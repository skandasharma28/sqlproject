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4" r:id="rId12"/>
  </p:sldIdLst>
  <p:sldSz cx="9144000" cy="5143500" type="screen16x9"/>
  <p:notesSz cx="6858000" cy="9144000"/>
  <p:embeddedFontLst>
    <p:embeddedFont>
      <p:font typeface="DM Sans Medium" pitchFamily="2" charset="0"/>
      <p:regular r:id="rId14"/>
      <p:bold r:id="rId15"/>
      <p:italic r:id="rId16"/>
      <p:boldItalic r:id="rId17"/>
    </p:embeddedFont>
    <p:embeddedFont>
      <p:font typeface="DM Sans SemiBold" panose="020B0604020202020204" charset="0"/>
      <p:regular r:id="rId18"/>
      <p:bold r:id="rId19"/>
      <p:italic r:id="rId20"/>
      <p:boldItalic r:id="rId21"/>
    </p:embeddedFont>
    <p:embeddedFont>
      <p:font typeface="Merriweather" panose="00000500000000000000" pitchFamily="2" charset="0"/>
      <p:regular r:id="rId22"/>
      <p:bold r:id="rId23"/>
      <p:italic r:id="rId24"/>
      <p:boldItalic r:id="rId25"/>
    </p:embeddedFont>
    <p:embeddedFont>
      <p:font typeface="Merriweather Light" panose="00000400000000000000" pitchFamily="2" charset="0"/>
      <p:regular r:id="rId26"/>
      <p:bold r:id="rId27"/>
      <p:italic r:id="rId28"/>
      <p:boldItalic r:id="rId29"/>
    </p:embeddedFont>
    <p:embeddedFont>
      <p:font typeface="Roboto" panose="020000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than Ma" initials="" lastIdx="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33FB0-2D14-4092-8FD0-8CD7330C9D94}" v="5" dt="2025-04-15T09:15:46.023"/>
  </p1510:revLst>
</p1510:revInfo>
</file>

<file path=ppt/tableStyles.xml><?xml version="1.0" encoding="utf-8"?>
<a:tblStyleLst xmlns:a="http://schemas.openxmlformats.org/drawingml/2006/main" def="{E7A09464-932D-4A7A-91F1-E8146FF3E791}">
  <a:tblStyle styleId="{E7A09464-932D-4A7A-91F1-E8146FF3E7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2" d="100"/>
          <a:sy n="102" d="100"/>
        </p:scale>
        <p:origin x="898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microsoft.com/office/2015/10/relationships/revisionInfo" Target="revisionInfo.xml"/><Relationship Id="rId21" Type="http://schemas.openxmlformats.org/officeDocument/2006/relationships/font" Target="fonts/font8.fntdata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2-26T18:39:26.650" idx="1">
    <p:pos x="2874" y="0"/>
    <p:text>presentation has to be 6 minutes NOT any time over that or else we lose points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2-26T17:41:44.259" idx="2">
    <p:pos x="6000" y="0"/>
    <p:text>Data-driven insights - what profitability are you looking at, complete the statement that you are doing it for the grocery store (ie: future expansion of grocery store)</p:text>
  </p:cm>
  <p:cm authorId="0" dt="2025-02-26T17:50:00.441" idx="4">
    <p:pos x="6000" y="200"/>
    <p:text>Analyze Trends - what specific category? which of the three catoegies do your objs want to focus on?  sales volume, pricings over time)</p:text>
  </p:cm>
  <p:cm authorId="0" dt="2025-02-26T18:02:42.154" idx="3">
    <p:pos x="6000" y="100"/>
    <p:text>Inventory Management - What inventory management?
January - May (Q1 start of Q2)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397f4bffb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397f4bffb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397f4bffb4_0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397f4bffb4_0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397f4bffb4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397f4bffb4_0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39f93a2da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39f93a2da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39f93a2da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39f93a2da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321c33d3c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321c33d3c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39f93a2da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39f93a2da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39f93a2da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39f93a2da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 type="title">
  <p:cSld name="TITLE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oogle Shape;10;p2"/>
          <p:cNvGraphicFramePr/>
          <p:nvPr/>
        </p:nvGraphicFramePr>
        <p:xfrm>
          <a:off x="4572000" y="-50"/>
          <a:ext cx="4572000" cy="51436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-25" y="-5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" name="Google Shape;12;p2"/>
          <p:cNvSpPr>
            <a:spLocks noGrp="1"/>
          </p:cNvSpPr>
          <p:nvPr>
            <p:ph type="pic" idx="3"/>
          </p:nvPr>
        </p:nvSpPr>
        <p:spPr>
          <a:xfrm>
            <a:off x="6853700" y="3857693"/>
            <a:ext cx="571500" cy="642900"/>
          </a:xfrm>
          <a:prstGeom prst="rect">
            <a:avLst/>
          </a:prstGeom>
          <a:noFill/>
          <a:ln>
            <a:noFill/>
          </a:ln>
        </p:spPr>
      </p:sp>
      <p:sp>
        <p:nvSpPr>
          <p:cNvPr id="13" name="Google Shape;13;p2"/>
          <p:cNvSpPr>
            <a:spLocks noGrp="1"/>
          </p:cNvSpPr>
          <p:nvPr>
            <p:ph type="pic" idx="4"/>
          </p:nvPr>
        </p:nvSpPr>
        <p:spPr>
          <a:xfrm>
            <a:off x="8001000" y="3211168"/>
            <a:ext cx="571500" cy="6429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2"/>
          <p:cNvSpPr>
            <a:spLocks noGrp="1"/>
          </p:cNvSpPr>
          <p:nvPr>
            <p:ph type="pic" idx="5"/>
          </p:nvPr>
        </p:nvSpPr>
        <p:spPr>
          <a:xfrm>
            <a:off x="7429500" y="4500618"/>
            <a:ext cx="571500" cy="6429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4747800" y="4343150"/>
            <a:ext cx="2106000" cy="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4745850" y="125600"/>
            <a:ext cx="42243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_2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_12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SECTION_HEADER_1">
    <p:bg>
      <p:bgPr>
        <a:solidFill>
          <a:schemeClr val="accent4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Google Shape;30;p6"/>
          <p:cNvGraphicFramePr/>
          <p:nvPr/>
        </p:nvGraphicFramePr>
        <p:xfrm>
          <a:off x="4572000" y="-50"/>
          <a:ext cx="4572000" cy="51436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" name="Google Shape;31;p6"/>
          <p:cNvSpPr>
            <a:spLocks noGrp="1"/>
          </p:cNvSpPr>
          <p:nvPr>
            <p:ph type="pic" idx="2"/>
          </p:nvPr>
        </p:nvSpPr>
        <p:spPr>
          <a:xfrm>
            <a:off x="6286500" y="-50"/>
            <a:ext cx="2857500" cy="5143500"/>
          </a:xfrm>
          <a:prstGeom prst="corner">
            <a:avLst>
              <a:gd name="adj1" fmla="val 157589"/>
              <a:gd name="adj2" fmla="val 79653"/>
            </a:avLst>
          </a:prstGeom>
          <a:noFill/>
          <a:ln>
            <a:noFill/>
          </a:ln>
        </p:spPr>
      </p:sp>
      <p:graphicFrame>
        <p:nvGraphicFramePr>
          <p:cNvPr id="32" name="Google Shape;32;p6"/>
          <p:cNvGraphicFramePr/>
          <p:nvPr/>
        </p:nvGraphicFramePr>
        <p:xfrm>
          <a:off x="0" y="-50"/>
          <a:ext cx="4572000" cy="51436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" name="Google Shape;33;p6"/>
          <p:cNvSpPr>
            <a:spLocks noGrp="1"/>
          </p:cNvSpPr>
          <p:nvPr>
            <p:ph type="pic" idx="3"/>
          </p:nvPr>
        </p:nvSpPr>
        <p:spPr>
          <a:xfrm>
            <a:off x="2286000" y="4500618"/>
            <a:ext cx="571500" cy="6429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572500" y="-50"/>
            <a:ext cx="571500" cy="6402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75800" y="2457450"/>
            <a:ext cx="5975100" cy="20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Light"/>
              <a:buChar char="●"/>
              <a:defRPr sz="18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Light"/>
              <a:buChar char="○"/>
              <a:defRPr sz="18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Light"/>
              <a:buChar char="■"/>
              <a:defRPr sz="18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Light"/>
              <a:buChar char="●"/>
              <a:defRPr sz="18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Light"/>
              <a:buChar char="○"/>
              <a:defRPr sz="18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Light"/>
              <a:buChar char="■"/>
              <a:defRPr sz="18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Light"/>
              <a:buChar char="●"/>
              <a:defRPr sz="18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Light"/>
              <a:buChar char="○"/>
              <a:defRPr sz="18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Light"/>
              <a:buChar char="■"/>
              <a:defRPr sz="18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59751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 Mission" type="tx">
  <p:cSld name="TITLE_AND_BODY"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Google Shape;38;p7"/>
          <p:cNvGraphicFramePr/>
          <p:nvPr/>
        </p:nvGraphicFramePr>
        <p:xfrm>
          <a:off x="0" y="-50"/>
          <a:ext cx="4572000" cy="51436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2"/>
          </p:nvPr>
        </p:nvSpPr>
        <p:spPr>
          <a:xfrm>
            <a:off x="8572500" y="-50"/>
            <a:ext cx="571500" cy="640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>
                <a:solidFill>
                  <a:schemeClr val="dk1"/>
                </a:solidFill>
              </a:defRPr>
            </a:lvl1pPr>
            <a:lvl2pPr lvl="1" rtl="0">
              <a:buNone/>
              <a:defRPr sz="1400">
                <a:solidFill>
                  <a:schemeClr val="dk1"/>
                </a:solidFill>
              </a:defRPr>
            </a:lvl2pPr>
            <a:lvl3pPr lvl="2" rtl="0">
              <a:buNone/>
              <a:defRPr sz="1400">
                <a:solidFill>
                  <a:schemeClr val="dk1"/>
                </a:solidFill>
              </a:defRPr>
            </a:lvl3pPr>
            <a:lvl4pPr lvl="3" rtl="0">
              <a:buNone/>
              <a:defRPr sz="1400">
                <a:solidFill>
                  <a:schemeClr val="dk1"/>
                </a:solidFill>
              </a:defRPr>
            </a:lvl4pPr>
            <a:lvl5pPr lvl="4" rtl="0">
              <a:buNone/>
              <a:defRPr sz="1400">
                <a:solidFill>
                  <a:schemeClr val="dk1"/>
                </a:solidFill>
              </a:defRPr>
            </a:lvl5pPr>
            <a:lvl6pPr lvl="5" rtl="0">
              <a:buNone/>
              <a:defRPr sz="1400">
                <a:solidFill>
                  <a:schemeClr val="dk1"/>
                </a:solidFill>
              </a:defRPr>
            </a:lvl6pPr>
            <a:lvl7pPr lvl="6" rtl="0">
              <a:buNone/>
              <a:defRPr sz="1400">
                <a:solidFill>
                  <a:schemeClr val="dk1"/>
                </a:solidFill>
              </a:defRPr>
            </a:lvl7pPr>
            <a:lvl8pPr lvl="7" rtl="0">
              <a:buNone/>
              <a:defRPr sz="1400">
                <a:solidFill>
                  <a:schemeClr val="dk1"/>
                </a:solidFill>
              </a:defRPr>
            </a:lvl8pPr>
            <a:lvl9pPr lvl="8" rtl="0">
              <a:buNone/>
              <a:defRPr sz="1400">
                <a:solidFill>
                  <a:schemeClr val="dk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7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corner">
            <a:avLst>
              <a:gd name="adj1" fmla="val 98504"/>
              <a:gd name="adj2" fmla="val 87411"/>
            </a:avLst>
          </a:prstGeom>
          <a:noFill/>
          <a:ln>
            <a:noFill/>
          </a:ln>
        </p:spPr>
      </p:sp>
      <p:sp>
        <p:nvSpPr>
          <p:cNvPr id="42" name="Google Shape;42;p7"/>
          <p:cNvSpPr>
            <a:spLocks noGrp="1"/>
          </p:cNvSpPr>
          <p:nvPr>
            <p:ph type="pic" idx="4"/>
          </p:nvPr>
        </p:nvSpPr>
        <p:spPr>
          <a:xfrm>
            <a:off x="2286000" y="-1407"/>
            <a:ext cx="571500" cy="6429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42243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175800" y="2457450"/>
            <a:ext cx="4224300" cy="20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●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○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■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●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○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■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●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○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■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rvice Overview">
  <p:cSld name="TITLE_AND_TWO_COLUMNS_1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Google Shape;46;p8"/>
          <p:cNvGraphicFramePr/>
          <p:nvPr/>
        </p:nvGraphicFramePr>
        <p:xfrm>
          <a:off x="45720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7" name="Google Shape;47;p8"/>
          <p:cNvSpPr/>
          <p:nvPr/>
        </p:nvSpPr>
        <p:spPr>
          <a:xfrm>
            <a:off x="8572500" y="0"/>
            <a:ext cx="571500" cy="642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3</a:t>
            </a:r>
            <a:endParaRPr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8572500" y="-50"/>
            <a:ext cx="571500" cy="640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>
                <a:solidFill>
                  <a:schemeClr val="dk1"/>
                </a:solidFill>
              </a:defRPr>
            </a:lvl1pPr>
            <a:lvl2pPr lvl="1" rtl="0">
              <a:buNone/>
              <a:defRPr sz="1400">
                <a:solidFill>
                  <a:schemeClr val="dk1"/>
                </a:solidFill>
              </a:defRPr>
            </a:lvl2pPr>
            <a:lvl3pPr lvl="2" rtl="0">
              <a:buNone/>
              <a:defRPr sz="1400">
                <a:solidFill>
                  <a:schemeClr val="dk1"/>
                </a:solidFill>
              </a:defRPr>
            </a:lvl3pPr>
            <a:lvl4pPr lvl="3" rtl="0">
              <a:buNone/>
              <a:defRPr sz="1400">
                <a:solidFill>
                  <a:schemeClr val="dk1"/>
                </a:solidFill>
              </a:defRPr>
            </a:lvl4pPr>
            <a:lvl5pPr lvl="4" rtl="0">
              <a:buNone/>
              <a:defRPr sz="1400">
                <a:solidFill>
                  <a:schemeClr val="dk1"/>
                </a:solidFill>
              </a:defRPr>
            </a:lvl5pPr>
            <a:lvl6pPr lvl="5" rtl="0">
              <a:buNone/>
              <a:defRPr sz="1400">
                <a:solidFill>
                  <a:schemeClr val="dk1"/>
                </a:solidFill>
              </a:defRPr>
            </a:lvl6pPr>
            <a:lvl7pPr lvl="6" rtl="0">
              <a:buNone/>
              <a:defRPr sz="1400">
                <a:solidFill>
                  <a:schemeClr val="dk1"/>
                </a:solidFill>
              </a:defRPr>
            </a:lvl7pPr>
            <a:lvl8pPr lvl="7" rtl="0">
              <a:buNone/>
              <a:defRPr sz="1400">
                <a:solidFill>
                  <a:schemeClr val="dk1"/>
                </a:solidFill>
              </a:defRPr>
            </a:lvl8pPr>
            <a:lvl9pPr lvl="8" rtl="0">
              <a:buNone/>
              <a:defRPr sz="1400">
                <a:solidFill>
                  <a:schemeClr val="dk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8"/>
          <p:cNvSpPr>
            <a:spLocks noGrp="1"/>
          </p:cNvSpPr>
          <p:nvPr>
            <p:ph type="pic" idx="2"/>
          </p:nvPr>
        </p:nvSpPr>
        <p:spPr>
          <a:xfrm>
            <a:off x="0" y="-3075"/>
            <a:ext cx="22749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8"/>
          <p:cNvSpPr>
            <a:spLocks noGrp="1"/>
          </p:cNvSpPr>
          <p:nvPr>
            <p:ph type="pic" idx="3"/>
          </p:nvPr>
        </p:nvSpPr>
        <p:spPr>
          <a:xfrm>
            <a:off x="2274875" y="2571700"/>
            <a:ext cx="22971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8"/>
          <p:cNvSpPr>
            <a:spLocks noGrp="1"/>
          </p:cNvSpPr>
          <p:nvPr>
            <p:ph type="pic" idx="4"/>
          </p:nvPr>
        </p:nvSpPr>
        <p:spPr>
          <a:xfrm>
            <a:off x="8001000" y="3857668"/>
            <a:ext cx="571500" cy="6429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8"/>
          <p:cNvSpPr>
            <a:spLocks noGrp="1"/>
          </p:cNvSpPr>
          <p:nvPr>
            <p:ph type="pic" idx="5"/>
          </p:nvPr>
        </p:nvSpPr>
        <p:spPr>
          <a:xfrm>
            <a:off x="5143500" y="4500618"/>
            <a:ext cx="571500" cy="6429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4745850" y="125600"/>
            <a:ext cx="42243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1"/>
          </p:nvPr>
        </p:nvSpPr>
        <p:spPr>
          <a:xfrm>
            <a:off x="2458800" y="183600"/>
            <a:ext cx="1929300" cy="22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6"/>
          </p:nvPr>
        </p:nvSpPr>
        <p:spPr>
          <a:xfrm>
            <a:off x="172800" y="2756800"/>
            <a:ext cx="1929300" cy="22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ved Consumer Problem">
  <p:cSld name="TITLE_ONLY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Google Shape;57;p9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8" name="Google Shape;58;p9"/>
          <p:cNvSpPr>
            <a:spLocks noGrp="1"/>
          </p:cNvSpPr>
          <p:nvPr>
            <p:ph type="pic" idx="2"/>
          </p:nvPr>
        </p:nvSpPr>
        <p:spPr>
          <a:xfrm>
            <a:off x="4572000" y="-3075"/>
            <a:ext cx="22836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9"/>
          <p:cNvSpPr>
            <a:spLocks noGrp="1"/>
          </p:cNvSpPr>
          <p:nvPr>
            <p:ph type="pic" idx="3"/>
          </p:nvPr>
        </p:nvSpPr>
        <p:spPr>
          <a:xfrm>
            <a:off x="6860400" y="2571700"/>
            <a:ext cx="22836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572500" y="-50"/>
            <a:ext cx="571500" cy="640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>
                <a:solidFill>
                  <a:schemeClr val="dk1"/>
                </a:solidFill>
              </a:defRPr>
            </a:lvl1pPr>
            <a:lvl2pPr lvl="1" rtl="0">
              <a:buNone/>
              <a:defRPr sz="1400">
                <a:solidFill>
                  <a:schemeClr val="dk1"/>
                </a:solidFill>
              </a:defRPr>
            </a:lvl2pPr>
            <a:lvl3pPr lvl="2" rtl="0">
              <a:buNone/>
              <a:defRPr sz="1400">
                <a:solidFill>
                  <a:schemeClr val="dk1"/>
                </a:solidFill>
              </a:defRPr>
            </a:lvl3pPr>
            <a:lvl4pPr lvl="3" rtl="0">
              <a:buNone/>
              <a:defRPr sz="1400">
                <a:solidFill>
                  <a:schemeClr val="dk1"/>
                </a:solidFill>
              </a:defRPr>
            </a:lvl4pPr>
            <a:lvl5pPr lvl="4" rtl="0">
              <a:buNone/>
              <a:defRPr sz="1400">
                <a:solidFill>
                  <a:schemeClr val="dk1"/>
                </a:solidFill>
              </a:defRPr>
            </a:lvl5pPr>
            <a:lvl6pPr lvl="5" rtl="0">
              <a:buNone/>
              <a:defRPr sz="1400">
                <a:solidFill>
                  <a:schemeClr val="dk1"/>
                </a:solidFill>
              </a:defRPr>
            </a:lvl6pPr>
            <a:lvl7pPr lvl="6" rtl="0">
              <a:buNone/>
              <a:defRPr sz="1400">
                <a:solidFill>
                  <a:schemeClr val="dk1"/>
                </a:solidFill>
              </a:defRPr>
            </a:lvl7pPr>
            <a:lvl8pPr lvl="7" rtl="0">
              <a:buNone/>
              <a:defRPr sz="1400">
                <a:solidFill>
                  <a:schemeClr val="dk1"/>
                </a:solidFill>
              </a:defRPr>
            </a:lvl8pPr>
            <a:lvl9pPr lvl="8" rtl="0">
              <a:buNone/>
              <a:defRPr sz="1400">
                <a:solidFill>
                  <a:schemeClr val="dk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42243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9"/>
          <p:cNvSpPr>
            <a:spLocks noGrp="1"/>
          </p:cNvSpPr>
          <p:nvPr>
            <p:ph type="pic" idx="4"/>
          </p:nvPr>
        </p:nvSpPr>
        <p:spPr>
          <a:xfrm>
            <a:off x="2286000" y="3214768"/>
            <a:ext cx="571500" cy="6429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9"/>
          <p:cNvSpPr>
            <a:spLocks noGrp="1"/>
          </p:cNvSpPr>
          <p:nvPr>
            <p:ph type="pic" idx="5"/>
          </p:nvPr>
        </p:nvSpPr>
        <p:spPr>
          <a:xfrm>
            <a:off x="571500" y="4500618"/>
            <a:ext cx="571500" cy="6429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7030800" y="183600"/>
            <a:ext cx="1929300" cy="22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body" idx="6"/>
          </p:nvPr>
        </p:nvSpPr>
        <p:spPr>
          <a:xfrm>
            <a:off x="4744800" y="2756800"/>
            <a:ext cx="1929300" cy="22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rget Market">
  <p:cSld name="TITLE_ONLY_1_1">
    <p:bg>
      <p:bgPr>
        <a:solidFill>
          <a:schemeClr val="dk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Google Shape;67;p10"/>
          <p:cNvGraphicFramePr/>
          <p:nvPr/>
        </p:nvGraphicFramePr>
        <p:xfrm>
          <a:off x="457200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8" name="Google Shape;68;p10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8572500" y="-50"/>
            <a:ext cx="571500" cy="6402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0"/>
          <p:cNvSpPr/>
          <p:nvPr/>
        </p:nvSpPr>
        <p:spPr>
          <a:xfrm>
            <a:off x="0" y="3214700"/>
            <a:ext cx="9144000" cy="1929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2277888" y="3214700"/>
            <a:ext cx="2286000" cy="19290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4572000" y="3214700"/>
            <a:ext cx="2286000" cy="19290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2286000" y="1928850"/>
            <a:ext cx="17145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>
            <a:spLocks noGrp="1"/>
          </p:cNvSpPr>
          <p:nvPr>
            <p:ph type="pic" idx="3"/>
          </p:nvPr>
        </p:nvSpPr>
        <p:spPr>
          <a:xfrm>
            <a:off x="0" y="1928800"/>
            <a:ext cx="17145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0"/>
          <p:cNvSpPr>
            <a:spLocks noGrp="1"/>
          </p:cNvSpPr>
          <p:nvPr>
            <p:ph type="pic" idx="4"/>
          </p:nvPr>
        </p:nvSpPr>
        <p:spPr>
          <a:xfrm>
            <a:off x="4572000" y="1928850"/>
            <a:ext cx="17145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0"/>
          <p:cNvSpPr>
            <a:spLocks noGrp="1"/>
          </p:cNvSpPr>
          <p:nvPr>
            <p:ph type="pic" idx="5"/>
          </p:nvPr>
        </p:nvSpPr>
        <p:spPr>
          <a:xfrm>
            <a:off x="6858000" y="1928850"/>
            <a:ext cx="17145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83967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body" idx="1"/>
          </p:nvPr>
        </p:nvSpPr>
        <p:spPr>
          <a:xfrm>
            <a:off x="7044450" y="3319325"/>
            <a:ext cx="1929300" cy="18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6"/>
          </p:nvPr>
        </p:nvSpPr>
        <p:spPr>
          <a:xfrm>
            <a:off x="162150" y="3319325"/>
            <a:ext cx="1929300" cy="18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body" idx="7"/>
          </p:nvPr>
        </p:nvSpPr>
        <p:spPr>
          <a:xfrm>
            <a:off x="4750350" y="3319325"/>
            <a:ext cx="1929300" cy="18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8"/>
          </p:nvPr>
        </p:nvSpPr>
        <p:spPr>
          <a:xfrm>
            <a:off x="2443275" y="3319325"/>
            <a:ext cx="1929300" cy="18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rvice Detail">
  <p:cSld name="ONE_COLUMN_TEXT">
    <p:bg>
      <p:bgPr>
        <a:solidFill>
          <a:schemeClr val="accen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Google Shape;83;p11"/>
          <p:cNvGraphicFramePr/>
          <p:nvPr/>
        </p:nvGraphicFramePr>
        <p:xfrm>
          <a:off x="457200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8572500" y="-50"/>
            <a:ext cx="571500" cy="640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1"/>
          <p:cNvSpPr>
            <a:spLocks noGrp="1"/>
          </p:cNvSpPr>
          <p:nvPr>
            <p:ph type="pic" idx="2"/>
          </p:nvPr>
        </p:nvSpPr>
        <p:spPr>
          <a:xfrm>
            <a:off x="-25" y="-5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1"/>
          <p:cNvSpPr/>
          <p:nvPr/>
        </p:nvSpPr>
        <p:spPr>
          <a:xfrm>
            <a:off x="4572000" y="2571750"/>
            <a:ext cx="2286000" cy="1285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1"/>
          <p:cNvSpPr/>
          <p:nvPr/>
        </p:nvSpPr>
        <p:spPr>
          <a:xfrm>
            <a:off x="6858000" y="2571750"/>
            <a:ext cx="2286000" cy="1285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1"/>
          <p:cNvSpPr/>
          <p:nvPr/>
        </p:nvSpPr>
        <p:spPr>
          <a:xfrm>
            <a:off x="4572000" y="3857550"/>
            <a:ext cx="2286000" cy="1285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1"/>
          <p:cNvSpPr/>
          <p:nvPr/>
        </p:nvSpPr>
        <p:spPr>
          <a:xfrm>
            <a:off x="6858000" y="3857550"/>
            <a:ext cx="2286000" cy="1285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1"/>
          <p:cNvSpPr>
            <a:spLocks noGrp="1"/>
          </p:cNvSpPr>
          <p:nvPr>
            <p:ph type="pic" idx="3"/>
          </p:nvPr>
        </p:nvSpPr>
        <p:spPr>
          <a:xfrm>
            <a:off x="8572500" y="1285868"/>
            <a:ext cx="571500" cy="6429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11"/>
          <p:cNvSpPr txBox="1">
            <a:spLocks noGrp="1"/>
          </p:cNvSpPr>
          <p:nvPr>
            <p:ph type="title"/>
          </p:nvPr>
        </p:nvSpPr>
        <p:spPr>
          <a:xfrm>
            <a:off x="4745850" y="125600"/>
            <a:ext cx="42243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1"/>
          </p:nvPr>
        </p:nvSpPr>
        <p:spPr>
          <a:xfrm>
            <a:off x="4694750" y="2667500"/>
            <a:ext cx="2020800" cy="10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4"/>
          </p:nvPr>
        </p:nvSpPr>
        <p:spPr>
          <a:xfrm>
            <a:off x="4694750" y="3945650"/>
            <a:ext cx="2020800" cy="10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6990600" y="2667500"/>
            <a:ext cx="2020800" cy="10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6990600" y="3945650"/>
            <a:ext cx="2020800" cy="10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w the Service Works">
  <p:cSld name="ONE_COLUMN_TEXT_1_1">
    <p:bg>
      <p:bgPr>
        <a:solidFill>
          <a:schemeClr val="accen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" name="Google Shape;97;p12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8" name="Google Shape;98;p12"/>
          <p:cNvGraphicFramePr/>
          <p:nvPr/>
        </p:nvGraphicFramePr>
        <p:xfrm>
          <a:off x="457200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9" name="Google Shape;99;p12"/>
          <p:cNvSpPr txBox="1">
            <a:spLocks noGrp="1"/>
          </p:cNvSpPr>
          <p:nvPr>
            <p:ph type="sldNum" idx="12"/>
          </p:nvPr>
        </p:nvSpPr>
        <p:spPr>
          <a:xfrm>
            <a:off x="8572500" y="-50"/>
            <a:ext cx="571500" cy="640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2"/>
          <p:cNvSpPr/>
          <p:nvPr/>
        </p:nvSpPr>
        <p:spPr>
          <a:xfrm>
            <a:off x="0" y="3214700"/>
            <a:ext cx="9144000" cy="192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2"/>
          <p:cNvSpPr/>
          <p:nvPr/>
        </p:nvSpPr>
        <p:spPr>
          <a:xfrm>
            <a:off x="2286000" y="3214700"/>
            <a:ext cx="2277900" cy="192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4563900" y="3214700"/>
            <a:ext cx="2294100" cy="192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2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83967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04" name="Google Shape;104;p12"/>
          <p:cNvSpPr>
            <a:spLocks noGrp="1"/>
          </p:cNvSpPr>
          <p:nvPr>
            <p:ph type="pic" idx="2"/>
          </p:nvPr>
        </p:nvSpPr>
        <p:spPr>
          <a:xfrm>
            <a:off x="2286000" y="1928800"/>
            <a:ext cx="22779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2"/>
          <p:cNvSpPr>
            <a:spLocks noGrp="1"/>
          </p:cNvSpPr>
          <p:nvPr>
            <p:ph type="pic" idx="3"/>
          </p:nvPr>
        </p:nvSpPr>
        <p:spPr>
          <a:xfrm>
            <a:off x="-8100" y="1928800"/>
            <a:ext cx="22941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2"/>
          <p:cNvSpPr>
            <a:spLocks noGrp="1"/>
          </p:cNvSpPr>
          <p:nvPr>
            <p:ph type="pic" idx="4"/>
          </p:nvPr>
        </p:nvSpPr>
        <p:spPr>
          <a:xfrm>
            <a:off x="4563900" y="1928850"/>
            <a:ext cx="22941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2"/>
          <p:cNvSpPr>
            <a:spLocks noGrp="1"/>
          </p:cNvSpPr>
          <p:nvPr>
            <p:ph type="pic" idx="5"/>
          </p:nvPr>
        </p:nvSpPr>
        <p:spPr>
          <a:xfrm>
            <a:off x="6858000" y="1928850"/>
            <a:ext cx="22941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2"/>
          <p:cNvSpPr txBox="1">
            <a:spLocks noGrp="1"/>
          </p:cNvSpPr>
          <p:nvPr>
            <p:ph type="body" idx="1"/>
          </p:nvPr>
        </p:nvSpPr>
        <p:spPr>
          <a:xfrm>
            <a:off x="7044450" y="3319325"/>
            <a:ext cx="1929300" cy="18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09" name="Google Shape;109;p12"/>
          <p:cNvSpPr txBox="1">
            <a:spLocks noGrp="1"/>
          </p:cNvSpPr>
          <p:nvPr>
            <p:ph type="body" idx="6"/>
          </p:nvPr>
        </p:nvSpPr>
        <p:spPr>
          <a:xfrm>
            <a:off x="162150" y="3319325"/>
            <a:ext cx="1929300" cy="18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10" name="Google Shape;110;p12"/>
          <p:cNvSpPr txBox="1">
            <a:spLocks noGrp="1"/>
          </p:cNvSpPr>
          <p:nvPr>
            <p:ph type="body" idx="7"/>
          </p:nvPr>
        </p:nvSpPr>
        <p:spPr>
          <a:xfrm>
            <a:off x="4750350" y="3319325"/>
            <a:ext cx="1929300" cy="18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11" name="Google Shape;111;p12"/>
          <p:cNvSpPr txBox="1">
            <a:spLocks noGrp="1"/>
          </p:cNvSpPr>
          <p:nvPr>
            <p:ph type="body" idx="8"/>
          </p:nvPr>
        </p:nvSpPr>
        <p:spPr>
          <a:xfrm>
            <a:off x="2443275" y="3319325"/>
            <a:ext cx="1929300" cy="18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Features">
  <p:cSld name="ONE_COLUMN_TEXT_1_1_1"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Google Shape;113;p13"/>
          <p:cNvGraphicFramePr/>
          <p:nvPr/>
        </p:nvGraphicFramePr>
        <p:xfrm>
          <a:off x="45720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4" name="Google Shape;114;p13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5" name="Google Shape;115;p13"/>
          <p:cNvSpPr txBox="1">
            <a:spLocks noGrp="1"/>
          </p:cNvSpPr>
          <p:nvPr>
            <p:ph type="sldNum" idx="12"/>
          </p:nvPr>
        </p:nvSpPr>
        <p:spPr>
          <a:xfrm>
            <a:off x="8572500" y="-50"/>
            <a:ext cx="571500" cy="640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>
                <a:solidFill>
                  <a:schemeClr val="dk1"/>
                </a:solidFill>
              </a:defRPr>
            </a:lvl1pPr>
            <a:lvl2pPr lvl="1" rtl="0">
              <a:buNone/>
              <a:defRPr sz="1400">
                <a:solidFill>
                  <a:schemeClr val="dk1"/>
                </a:solidFill>
              </a:defRPr>
            </a:lvl2pPr>
            <a:lvl3pPr lvl="2" rtl="0">
              <a:buNone/>
              <a:defRPr sz="1400">
                <a:solidFill>
                  <a:schemeClr val="dk1"/>
                </a:solidFill>
              </a:defRPr>
            </a:lvl3pPr>
            <a:lvl4pPr lvl="3" rtl="0">
              <a:buNone/>
              <a:defRPr sz="1400">
                <a:solidFill>
                  <a:schemeClr val="dk1"/>
                </a:solidFill>
              </a:defRPr>
            </a:lvl4pPr>
            <a:lvl5pPr lvl="4" rtl="0">
              <a:buNone/>
              <a:defRPr sz="1400">
                <a:solidFill>
                  <a:schemeClr val="dk1"/>
                </a:solidFill>
              </a:defRPr>
            </a:lvl5pPr>
            <a:lvl6pPr lvl="5" rtl="0">
              <a:buNone/>
              <a:defRPr sz="1400">
                <a:solidFill>
                  <a:schemeClr val="dk1"/>
                </a:solidFill>
              </a:defRPr>
            </a:lvl6pPr>
            <a:lvl7pPr lvl="6" rtl="0">
              <a:buNone/>
              <a:defRPr sz="1400">
                <a:solidFill>
                  <a:schemeClr val="dk1"/>
                </a:solidFill>
              </a:defRPr>
            </a:lvl7pPr>
            <a:lvl8pPr lvl="7" rtl="0">
              <a:buNone/>
              <a:defRPr sz="1400">
                <a:solidFill>
                  <a:schemeClr val="dk1"/>
                </a:solidFill>
              </a:defRPr>
            </a:lvl8pPr>
            <a:lvl9pPr lvl="8" rtl="0">
              <a:buNone/>
              <a:defRPr sz="1400">
                <a:solidFill>
                  <a:schemeClr val="dk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13"/>
          <p:cNvSpPr/>
          <p:nvPr/>
        </p:nvSpPr>
        <p:spPr>
          <a:xfrm>
            <a:off x="2286000" y="1928750"/>
            <a:ext cx="2286000" cy="1607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2286000" y="3536150"/>
            <a:ext cx="2286000" cy="1607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0" y="1928800"/>
            <a:ext cx="2286000" cy="1607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0" y="3536200"/>
            <a:ext cx="2286000" cy="1607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3"/>
          <p:cNvSpPr>
            <a:spLocks noGrp="1"/>
          </p:cNvSpPr>
          <p:nvPr>
            <p:ph type="pic" idx="2"/>
          </p:nvPr>
        </p:nvSpPr>
        <p:spPr>
          <a:xfrm>
            <a:off x="5715000" y="642918"/>
            <a:ext cx="571500" cy="6429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3"/>
          <p:cNvSpPr>
            <a:spLocks noGrp="1"/>
          </p:cNvSpPr>
          <p:nvPr>
            <p:ph type="pic" idx="3"/>
          </p:nvPr>
        </p:nvSpPr>
        <p:spPr>
          <a:xfrm>
            <a:off x="4572000" y="1928750"/>
            <a:ext cx="4572000" cy="32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3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83967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body" idx="1"/>
          </p:nvPr>
        </p:nvSpPr>
        <p:spPr>
          <a:xfrm>
            <a:off x="183150" y="2040750"/>
            <a:ext cx="1919700" cy="13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body" idx="4"/>
          </p:nvPr>
        </p:nvSpPr>
        <p:spPr>
          <a:xfrm>
            <a:off x="183150" y="3643550"/>
            <a:ext cx="1919700" cy="13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body" idx="5"/>
          </p:nvPr>
        </p:nvSpPr>
        <p:spPr>
          <a:xfrm>
            <a:off x="2479850" y="2038450"/>
            <a:ext cx="1919700" cy="13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body" idx="6"/>
          </p:nvPr>
        </p:nvSpPr>
        <p:spPr>
          <a:xfrm>
            <a:off x="2479850" y="3641250"/>
            <a:ext cx="1919700" cy="13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icing Options">
  <p:cSld name="CUSTOM_7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" name="Google Shape;128;p14"/>
          <p:cNvGraphicFramePr/>
          <p:nvPr/>
        </p:nvGraphicFramePr>
        <p:xfrm>
          <a:off x="45720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29" name="Google Shape;129;p14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0" name="Google Shape;130;p14"/>
          <p:cNvSpPr txBox="1">
            <a:spLocks noGrp="1"/>
          </p:cNvSpPr>
          <p:nvPr>
            <p:ph type="sldNum" idx="12"/>
          </p:nvPr>
        </p:nvSpPr>
        <p:spPr>
          <a:xfrm>
            <a:off x="8572500" y="-50"/>
            <a:ext cx="571500" cy="640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>
                <a:solidFill>
                  <a:schemeClr val="dk1"/>
                </a:solidFill>
              </a:defRPr>
            </a:lvl1pPr>
            <a:lvl2pPr lvl="1" rtl="0">
              <a:buNone/>
              <a:defRPr sz="1400">
                <a:solidFill>
                  <a:schemeClr val="dk1"/>
                </a:solidFill>
              </a:defRPr>
            </a:lvl2pPr>
            <a:lvl3pPr lvl="2" rtl="0">
              <a:buNone/>
              <a:defRPr sz="1400">
                <a:solidFill>
                  <a:schemeClr val="dk1"/>
                </a:solidFill>
              </a:defRPr>
            </a:lvl3pPr>
            <a:lvl4pPr lvl="3" rtl="0">
              <a:buNone/>
              <a:defRPr sz="1400">
                <a:solidFill>
                  <a:schemeClr val="dk1"/>
                </a:solidFill>
              </a:defRPr>
            </a:lvl4pPr>
            <a:lvl5pPr lvl="4" rtl="0">
              <a:buNone/>
              <a:defRPr sz="1400">
                <a:solidFill>
                  <a:schemeClr val="dk1"/>
                </a:solidFill>
              </a:defRPr>
            </a:lvl5pPr>
            <a:lvl6pPr lvl="5" rtl="0">
              <a:buNone/>
              <a:defRPr sz="1400">
                <a:solidFill>
                  <a:schemeClr val="dk1"/>
                </a:solidFill>
              </a:defRPr>
            </a:lvl6pPr>
            <a:lvl7pPr lvl="6" rtl="0">
              <a:buNone/>
              <a:defRPr sz="1400">
                <a:solidFill>
                  <a:schemeClr val="dk1"/>
                </a:solidFill>
              </a:defRPr>
            </a:lvl7pPr>
            <a:lvl8pPr lvl="7" rtl="0">
              <a:buNone/>
              <a:defRPr sz="1400">
                <a:solidFill>
                  <a:schemeClr val="dk1"/>
                </a:solidFill>
              </a:defRPr>
            </a:lvl8pPr>
            <a:lvl9pPr lvl="8" rtl="0">
              <a:buNone/>
              <a:defRPr sz="1400">
                <a:solidFill>
                  <a:schemeClr val="dk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0" y="2571700"/>
            <a:ext cx="91440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0" y="1285850"/>
            <a:ext cx="2286000" cy="128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2296700" y="1285850"/>
            <a:ext cx="2275200" cy="128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4562300" y="1285850"/>
            <a:ext cx="2295600" cy="1286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6855000" y="1285850"/>
            <a:ext cx="2286000" cy="1286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1100" y="2571700"/>
            <a:ext cx="22956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2296700" y="2571000"/>
            <a:ext cx="22656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4562300" y="2571000"/>
            <a:ext cx="22956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14"/>
          <p:cNvSpPr>
            <a:spLocks noGrp="1"/>
          </p:cNvSpPr>
          <p:nvPr>
            <p:ph type="pic" idx="2"/>
          </p:nvPr>
        </p:nvSpPr>
        <p:spPr>
          <a:xfrm>
            <a:off x="6858000" y="-1407"/>
            <a:ext cx="571500" cy="6429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83967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7044450" y="2696700"/>
            <a:ext cx="1929300" cy="23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42" name="Google Shape;142;p14"/>
          <p:cNvSpPr txBox="1">
            <a:spLocks noGrp="1"/>
          </p:cNvSpPr>
          <p:nvPr>
            <p:ph type="body" idx="3"/>
          </p:nvPr>
        </p:nvSpPr>
        <p:spPr>
          <a:xfrm>
            <a:off x="162150" y="2696700"/>
            <a:ext cx="1929300" cy="23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43" name="Google Shape;143;p14"/>
          <p:cNvSpPr txBox="1">
            <a:spLocks noGrp="1"/>
          </p:cNvSpPr>
          <p:nvPr>
            <p:ph type="body" idx="4"/>
          </p:nvPr>
        </p:nvSpPr>
        <p:spPr>
          <a:xfrm>
            <a:off x="4750350" y="2696700"/>
            <a:ext cx="1929300" cy="23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44" name="Google Shape;144;p14"/>
          <p:cNvSpPr txBox="1">
            <a:spLocks noGrp="1"/>
          </p:cNvSpPr>
          <p:nvPr>
            <p:ph type="body" idx="5"/>
          </p:nvPr>
        </p:nvSpPr>
        <p:spPr>
          <a:xfrm>
            <a:off x="2469700" y="2696700"/>
            <a:ext cx="1929300" cy="23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45" name="Google Shape;145;p14"/>
          <p:cNvSpPr txBox="1">
            <a:spLocks noGrp="1"/>
          </p:cNvSpPr>
          <p:nvPr>
            <p:ph type="subTitle" idx="6"/>
          </p:nvPr>
        </p:nvSpPr>
        <p:spPr>
          <a:xfrm>
            <a:off x="167675" y="143375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46" name="Google Shape;146;p14"/>
          <p:cNvSpPr txBox="1">
            <a:spLocks noGrp="1"/>
          </p:cNvSpPr>
          <p:nvPr>
            <p:ph type="subTitle" idx="7"/>
          </p:nvPr>
        </p:nvSpPr>
        <p:spPr>
          <a:xfrm>
            <a:off x="4748850" y="143375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subTitle" idx="8"/>
          </p:nvPr>
        </p:nvSpPr>
        <p:spPr>
          <a:xfrm>
            <a:off x="7044450" y="143375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ubTitle" idx="9"/>
          </p:nvPr>
        </p:nvSpPr>
        <p:spPr>
          <a:xfrm>
            <a:off x="2469700" y="143375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ient Ratings &amp; Testimonials">
  <p:cSld name="CUSTOM_5">
    <p:bg>
      <p:bgPr>
        <a:solidFill>
          <a:schemeClr val="dk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Google Shape;150;p15"/>
          <p:cNvGraphicFramePr/>
          <p:nvPr/>
        </p:nvGraphicFramePr>
        <p:xfrm>
          <a:off x="457200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1" name="Google Shape;151;p15"/>
          <p:cNvSpPr/>
          <p:nvPr/>
        </p:nvSpPr>
        <p:spPr>
          <a:xfrm>
            <a:off x="6858000" y="3857538"/>
            <a:ext cx="2286000" cy="128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4572000" y="2571750"/>
            <a:ext cx="2286000" cy="128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990600" y="3945650"/>
            <a:ext cx="2020800" cy="10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4694750" y="2667500"/>
            <a:ext cx="2020800" cy="10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aphicFrame>
        <p:nvGraphicFramePr>
          <p:cNvPr id="155" name="Google Shape;155;p15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6" name="Google Shape;156;p15"/>
          <p:cNvSpPr/>
          <p:nvPr/>
        </p:nvSpPr>
        <p:spPr>
          <a:xfrm>
            <a:off x="2286000" y="3857563"/>
            <a:ext cx="2286000" cy="128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3"/>
          </p:nvPr>
        </p:nvSpPr>
        <p:spPr>
          <a:xfrm>
            <a:off x="2413750" y="3945650"/>
            <a:ext cx="2020800" cy="10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0" y="2571775"/>
            <a:ext cx="2286000" cy="128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4"/>
          </p:nvPr>
        </p:nvSpPr>
        <p:spPr>
          <a:xfrm>
            <a:off x="132600" y="2667500"/>
            <a:ext cx="2020800" cy="10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title"/>
          </p:nvPr>
        </p:nvSpPr>
        <p:spPr>
          <a:xfrm>
            <a:off x="2520350" y="125600"/>
            <a:ext cx="60522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sldNum" idx="12"/>
          </p:nvPr>
        </p:nvSpPr>
        <p:spPr>
          <a:xfrm>
            <a:off x="8572500" y="-50"/>
            <a:ext cx="571500" cy="6402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15"/>
          <p:cNvSpPr>
            <a:spLocks noGrp="1"/>
          </p:cNvSpPr>
          <p:nvPr>
            <p:ph type="pic" idx="5"/>
          </p:nvPr>
        </p:nvSpPr>
        <p:spPr>
          <a:xfrm>
            <a:off x="-100" y="-150"/>
            <a:ext cx="2286000" cy="2571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gn-Up Options">
  <p:cSld name="CAPTION_ONLY"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" name="Google Shape;164;p16"/>
          <p:cNvGraphicFramePr/>
          <p:nvPr/>
        </p:nvGraphicFramePr>
        <p:xfrm>
          <a:off x="0" y="-50"/>
          <a:ext cx="4572000" cy="51436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65" name="Google Shape;165;p16"/>
          <p:cNvGraphicFramePr/>
          <p:nvPr/>
        </p:nvGraphicFramePr>
        <p:xfrm>
          <a:off x="4572000" y="0"/>
          <a:ext cx="4572000" cy="51436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6" name="Google Shape;166;p16"/>
          <p:cNvSpPr txBox="1">
            <a:spLocks noGrp="1"/>
          </p:cNvSpPr>
          <p:nvPr>
            <p:ph type="sldNum" idx="12"/>
          </p:nvPr>
        </p:nvSpPr>
        <p:spPr>
          <a:xfrm>
            <a:off x="8572500" y="-50"/>
            <a:ext cx="571500" cy="640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>
                <a:solidFill>
                  <a:schemeClr val="dk1"/>
                </a:solidFill>
              </a:defRPr>
            </a:lvl1pPr>
            <a:lvl2pPr lvl="1" rtl="0">
              <a:buNone/>
              <a:defRPr sz="1400">
                <a:solidFill>
                  <a:schemeClr val="dk1"/>
                </a:solidFill>
              </a:defRPr>
            </a:lvl2pPr>
            <a:lvl3pPr lvl="2" rtl="0">
              <a:buNone/>
              <a:defRPr sz="1400">
                <a:solidFill>
                  <a:schemeClr val="dk1"/>
                </a:solidFill>
              </a:defRPr>
            </a:lvl3pPr>
            <a:lvl4pPr lvl="3" rtl="0">
              <a:buNone/>
              <a:defRPr sz="1400">
                <a:solidFill>
                  <a:schemeClr val="dk1"/>
                </a:solidFill>
              </a:defRPr>
            </a:lvl4pPr>
            <a:lvl5pPr lvl="4" rtl="0">
              <a:buNone/>
              <a:defRPr sz="1400">
                <a:solidFill>
                  <a:schemeClr val="dk1"/>
                </a:solidFill>
              </a:defRPr>
            </a:lvl5pPr>
            <a:lvl6pPr lvl="5" rtl="0">
              <a:buNone/>
              <a:defRPr sz="1400">
                <a:solidFill>
                  <a:schemeClr val="dk1"/>
                </a:solidFill>
              </a:defRPr>
            </a:lvl6pPr>
            <a:lvl7pPr lvl="6" rtl="0">
              <a:buNone/>
              <a:defRPr sz="1400">
                <a:solidFill>
                  <a:schemeClr val="dk1"/>
                </a:solidFill>
              </a:defRPr>
            </a:lvl7pPr>
            <a:lvl8pPr lvl="7" rtl="0">
              <a:buNone/>
              <a:defRPr sz="1400">
                <a:solidFill>
                  <a:schemeClr val="dk1"/>
                </a:solidFill>
              </a:defRPr>
            </a:lvl8pPr>
            <a:lvl9pPr lvl="8" rtl="0">
              <a:buNone/>
              <a:defRPr sz="1400">
                <a:solidFill>
                  <a:schemeClr val="dk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16"/>
          <p:cNvSpPr>
            <a:spLocks noGrp="1"/>
          </p:cNvSpPr>
          <p:nvPr>
            <p:ph type="pic" idx="2"/>
          </p:nvPr>
        </p:nvSpPr>
        <p:spPr>
          <a:xfrm>
            <a:off x="0" y="1275100"/>
            <a:ext cx="45720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16"/>
          <p:cNvSpPr>
            <a:spLocks noGrp="1"/>
          </p:cNvSpPr>
          <p:nvPr>
            <p:ph type="pic" idx="3"/>
          </p:nvPr>
        </p:nvSpPr>
        <p:spPr>
          <a:xfrm>
            <a:off x="4572000" y="3208650"/>
            <a:ext cx="45720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16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83967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16"/>
          <p:cNvSpPr txBox="1">
            <a:spLocks noGrp="1"/>
          </p:cNvSpPr>
          <p:nvPr>
            <p:ph type="body" idx="1"/>
          </p:nvPr>
        </p:nvSpPr>
        <p:spPr>
          <a:xfrm>
            <a:off x="4809600" y="1413850"/>
            <a:ext cx="40968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●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○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■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●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○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■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●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○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■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171" name="Google Shape;171;p16"/>
          <p:cNvSpPr txBox="1">
            <a:spLocks noGrp="1"/>
          </p:cNvSpPr>
          <p:nvPr>
            <p:ph type="body" idx="4"/>
          </p:nvPr>
        </p:nvSpPr>
        <p:spPr>
          <a:xfrm>
            <a:off x="237600" y="3347250"/>
            <a:ext cx="40968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●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○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■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●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○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■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●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○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■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cial Handle Feature">
  <p:cSld name="CUSTOM_3">
    <p:bg>
      <p:bgPr>
        <a:solidFill>
          <a:schemeClr val="l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>
            <a:spLocks noGrp="1"/>
          </p:cNvSpPr>
          <p:nvPr>
            <p:ph type="body" idx="1"/>
          </p:nvPr>
        </p:nvSpPr>
        <p:spPr>
          <a:xfrm>
            <a:off x="2413750" y="111850"/>
            <a:ext cx="2020800" cy="10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74" name="Google Shape;174;p17"/>
          <p:cNvSpPr txBox="1">
            <a:spLocks noGrp="1"/>
          </p:cNvSpPr>
          <p:nvPr>
            <p:ph type="body" idx="2"/>
          </p:nvPr>
        </p:nvSpPr>
        <p:spPr>
          <a:xfrm>
            <a:off x="132600" y="1397800"/>
            <a:ext cx="2020800" cy="10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75" name="Google Shape;175;p17"/>
          <p:cNvSpPr txBox="1">
            <a:spLocks noGrp="1"/>
          </p:cNvSpPr>
          <p:nvPr>
            <p:ph type="body" idx="3"/>
          </p:nvPr>
        </p:nvSpPr>
        <p:spPr>
          <a:xfrm>
            <a:off x="2413750" y="2683800"/>
            <a:ext cx="2020800" cy="10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76" name="Google Shape;176;p17"/>
          <p:cNvSpPr>
            <a:spLocks noGrp="1"/>
          </p:cNvSpPr>
          <p:nvPr>
            <p:ph type="pic" idx="4"/>
          </p:nvPr>
        </p:nvSpPr>
        <p:spPr>
          <a:xfrm>
            <a:off x="0" y="2571700"/>
            <a:ext cx="2286000" cy="12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17"/>
          <p:cNvSpPr txBox="1">
            <a:spLocks noGrp="1"/>
          </p:cNvSpPr>
          <p:nvPr>
            <p:ph type="body" idx="5"/>
          </p:nvPr>
        </p:nvSpPr>
        <p:spPr>
          <a:xfrm>
            <a:off x="132600" y="3969700"/>
            <a:ext cx="2020800" cy="10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78" name="Google Shape;178;p17"/>
          <p:cNvSpPr>
            <a:spLocks noGrp="1"/>
          </p:cNvSpPr>
          <p:nvPr>
            <p:ph type="pic" idx="6"/>
          </p:nvPr>
        </p:nvSpPr>
        <p:spPr>
          <a:xfrm>
            <a:off x="0" y="-200"/>
            <a:ext cx="2286000" cy="12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17"/>
          <p:cNvSpPr>
            <a:spLocks noGrp="1"/>
          </p:cNvSpPr>
          <p:nvPr>
            <p:ph type="pic" idx="7"/>
          </p:nvPr>
        </p:nvSpPr>
        <p:spPr>
          <a:xfrm>
            <a:off x="2286000" y="1285775"/>
            <a:ext cx="2286000" cy="1286100"/>
          </a:xfrm>
          <a:prstGeom prst="rect">
            <a:avLst/>
          </a:prstGeom>
          <a:noFill/>
          <a:ln>
            <a:noFill/>
          </a:ln>
        </p:spPr>
      </p:sp>
      <p:graphicFrame>
        <p:nvGraphicFramePr>
          <p:cNvPr id="180" name="Google Shape;180;p17"/>
          <p:cNvGraphicFramePr/>
          <p:nvPr/>
        </p:nvGraphicFramePr>
        <p:xfrm>
          <a:off x="45720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1" name="Google Shape;181;p17"/>
          <p:cNvSpPr txBox="1">
            <a:spLocks noGrp="1"/>
          </p:cNvSpPr>
          <p:nvPr>
            <p:ph type="sldNum" idx="12"/>
          </p:nvPr>
        </p:nvSpPr>
        <p:spPr>
          <a:xfrm>
            <a:off x="8572500" y="-50"/>
            <a:ext cx="571500" cy="640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>
                <a:solidFill>
                  <a:schemeClr val="dk1"/>
                </a:solidFill>
              </a:defRPr>
            </a:lvl1pPr>
            <a:lvl2pPr lvl="1" rtl="0">
              <a:buNone/>
              <a:defRPr sz="1400">
                <a:solidFill>
                  <a:schemeClr val="dk1"/>
                </a:solidFill>
              </a:defRPr>
            </a:lvl2pPr>
            <a:lvl3pPr lvl="2" rtl="0">
              <a:buNone/>
              <a:defRPr sz="1400">
                <a:solidFill>
                  <a:schemeClr val="dk1"/>
                </a:solidFill>
              </a:defRPr>
            </a:lvl3pPr>
            <a:lvl4pPr lvl="3" rtl="0">
              <a:buNone/>
              <a:defRPr sz="1400">
                <a:solidFill>
                  <a:schemeClr val="dk1"/>
                </a:solidFill>
              </a:defRPr>
            </a:lvl4pPr>
            <a:lvl5pPr lvl="4" rtl="0">
              <a:buNone/>
              <a:defRPr sz="1400">
                <a:solidFill>
                  <a:schemeClr val="dk1"/>
                </a:solidFill>
              </a:defRPr>
            </a:lvl5pPr>
            <a:lvl6pPr lvl="5" rtl="0">
              <a:buNone/>
              <a:defRPr sz="1400">
                <a:solidFill>
                  <a:schemeClr val="dk1"/>
                </a:solidFill>
              </a:defRPr>
            </a:lvl6pPr>
            <a:lvl7pPr lvl="6" rtl="0">
              <a:buNone/>
              <a:defRPr sz="1400">
                <a:solidFill>
                  <a:schemeClr val="dk1"/>
                </a:solidFill>
              </a:defRPr>
            </a:lvl7pPr>
            <a:lvl8pPr lvl="7" rtl="0">
              <a:buNone/>
              <a:defRPr sz="1400">
                <a:solidFill>
                  <a:schemeClr val="dk1"/>
                </a:solidFill>
              </a:defRPr>
            </a:lvl8pPr>
            <a:lvl9pPr lvl="8" rtl="0">
              <a:buNone/>
              <a:defRPr sz="1400">
                <a:solidFill>
                  <a:schemeClr val="dk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17"/>
          <p:cNvSpPr>
            <a:spLocks noGrp="1"/>
          </p:cNvSpPr>
          <p:nvPr>
            <p:ph type="pic" idx="8"/>
          </p:nvPr>
        </p:nvSpPr>
        <p:spPr>
          <a:xfrm>
            <a:off x="2286000" y="3857725"/>
            <a:ext cx="2286000" cy="12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17"/>
          <p:cNvSpPr txBox="1">
            <a:spLocks noGrp="1"/>
          </p:cNvSpPr>
          <p:nvPr>
            <p:ph type="title"/>
          </p:nvPr>
        </p:nvSpPr>
        <p:spPr>
          <a:xfrm>
            <a:off x="4745850" y="125600"/>
            <a:ext cx="42243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17"/>
          <p:cNvSpPr txBox="1">
            <a:spLocks noGrp="1"/>
          </p:cNvSpPr>
          <p:nvPr>
            <p:ph type="body" idx="9"/>
          </p:nvPr>
        </p:nvSpPr>
        <p:spPr>
          <a:xfrm>
            <a:off x="4809600" y="2457450"/>
            <a:ext cx="4096800" cy="20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Cover">
  <p:cSld name="TITLE_AND_BODY_1">
    <p:bg>
      <p:bgPr>
        <a:solidFill>
          <a:schemeClr val="accen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>
            <a:spLocks noGrp="1"/>
          </p:cNvSpPr>
          <p:nvPr>
            <p:ph type="pic" idx="2"/>
          </p:nvPr>
        </p:nvSpPr>
        <p:spPr>
          <a:xfrm>
            <a:off x="4572000" y="-50"/>
            <a:ext cx="4572000" cy="5143500"/>
          </a:xfrm>
          <a:prstGeom prst="rect">
            <a:avLst/>
          </a:prstGeom>
          <a:noFill/>
          <a:ln>
            <a:noFill/>
          </a:ln>
        </p:spPr>
      </p:sp>
      <p:graphicFrame>
        <p:nvGraphicFramePr>
          <p:cNvPr id="187" name="Google Shape;187;p18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8" name="Google Shape;188;p18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42609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CUSTOM_14">
    <p:bg>
      <p:bgPr>
        <a:solidFill>
          <a:schemeClr val="accen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Google Shape;190;p19"/>
          <p:cNvGraphicFramePr/>
          <p:nvPr/>
        </p:nvGraphicFramePr>
        <p:xfrm>
          <a:off x="457200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1" name="Google Shape;191;p19"/>
          <p:cNvSpPr txBox="1">
            <a:spLocks noGrp="1"/>
          </p:cNvSpPr>
          <p:nvPr>
            <p:ph type="subTitle" idx="1"/>
          </p:nvPr>
        </p:nvSpPr>
        <p:spPr>
          <a:xfrm>
            <a:off x="4747800" y="4343150"/>
            <a:ext cx="2106000" cy="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title"/>
          </p:nvPr>
        </p:nvSpPr>
        <p:spPr>
          <a:xfrm>
            <a:off x="4745850" y="125600"/>
            <a:ext cx="42243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15">
    <p:bg>
      <p:bgPr>
        <a:solidFill>
          <a:schemeClr val="dk1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" name="Google Shape;194;p20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5" name="Google Shape;195;p20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59751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CUSTOM_16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98" name="Google Shape;198;p21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9" name="Google Shape;199;p21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42243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21"/>
          <p:cNvSpPr txBox="1">
            <a:spLocks noGrp="1"/>
          </p:cNvSpPr>
          <p:nvPr>
            <p:ph type="body" idx="1"/>
          </p:nvPr>
        </p:nvSpPr>
        <p:spPr>
          <a:xfrm>
            <a:off x="175800" y="2457450"/>
            <a:ext cx="4224300" cy="20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●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○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■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●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○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■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●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○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■"/>
              <a:defRPr sz="1800"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CUSTOM_17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03" name="Google Shape;203;p22"/>
          <p:cNvGraphicFramePr/>
          <p:nvPr/>
        </p:nvGraphicFramePr>
        <p:xfrm>
          <a:off x="45720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04" name="Google Shape;204;p22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5" name="Google Shape;205;p22"/>
          <p:cNvSpPr/>
          <p:nvPr/>
        </p:nvSpPr>
        <p:spPr>
          <a:xfrm>
            <a:off x="0" y="2571700"/>
            <a:ext cx="91440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1100" y="2571700"/>
            <a:ext cx="22956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2296700" y="2571000"/>
            <a:ext cx="22656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4562300" y="2571000"/>
            <a:ext cx="22956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2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83967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22"/>
          <p:cNvSpPr txBox="1">
            <a:spLocks noGrp="1"/>
          </p:cNvSpPr>
          <p:nvPr>
            <p:ph type="body" idx="1"/>
          </p:nvPr>
        </p:nvSpPr>
        <p:spPr>
          <a:xfrm>
            <a:off x="162150" y="2696700"/>
            <a:ext cx="1929300" cy="23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211" name="Google Shape;211;p22"/>
          <p:cNvSpPr txBox="1">
            <a:spLocks noGrp="1"/>
          </p:cNvSpPr>
          <p:nvPr>
            <p:ph type="body" idx="2"/>
          </p:nvPr>
        </p:nvSpPr>
        <p:spPr>
          <a:xfrm>
            <a:off x="2469700" y="2696700"/>
            <a:ext cx="1929300" cy="23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18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14" name="Google Shape;214;p23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5" name="Google Shape;215;p23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42243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one column text">
  <p:cSld name="CUSTOM_19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18" name="Google Shape;218;p24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9" name="Google Shape;219;p24"/>
          <p:cNvSpPr/>
          <p:nvPr/>
        </p:nvSpPr>
        <p:spPr>
          <a:xfrm>
            <a:off x="0" y="2571700"/>
            <a:ext cx="91440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0" y="1285850"/>
            <a:ext cx="2286000" cy="128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1100" y="2571700"/>
            <a:ext cx="22956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24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83967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p24"/>
          <p:cNvSpPr txBox="1">
            <a:spLocks noGrp="1"/>
          </p:cNvSpPr>
          <p:nvPr>
            <p:ph type="body" idx="1"/>
          </p:nvPr>
        </p:nvSpPr>
        <p:spPr>
          <a:xfrm>
            <a:off x="162150" y="2696700"/>
            <a:ext cx="1929300" cy="23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224" name="Google Shape;224;p24"/>
          <p:cNvSpPr txBox="1">
            <a:spLocks noGrp="1"/>
          </p:cNvSpPr>
          <p:nvPr>
            <p:ph type="subTitle" idx="2"/>
          </p:nvPr>
        </p:nvSpPr>
        <p:spPr>
          <a:xfrm>
            <a:off x="167675" y="143375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CUSTOM_20">
    <p:bg>
      <p:bgPr>
        <a:solidFill>
          <a:schemeClr val="accent1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6" name="Google Shape;226;p25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7" name="Google Shape;227;p25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42609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section title and description">
  <p:cSld name="CUSTOM_21">
    <p:bg>
      <p:bgPr>
        <a:solidFill>
          <a:schemeClr val="dk1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9" name="Google Shape;229;p26"/>
          <p:cNvGraphicFramePr/>
          <p:nvPr/>
        </p:nvGraphicFramePr>
        <p:xfrm>
          <a:off x="457200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0" name="Google Shape;230;p26"/>
          <p:cNvSpPr txBox="1">
            <a:spLocks noGrp="1"/>
          </p:cNvSpPr>
          <p:nvPr>
            <p:ph type="subTitle" idx="1"/>
          </p:nvPr>
        </p:nvSpPr>
        <p:spPr>
          <a:xfrm>
            <a:off x="4747800" y="4343150"/>
            <a:ext cx="2106000" cy="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 Medium"/>
              <a:buNone/>
              <a:defRPr sz="20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31" name="Google Shape;231;p26"/>
          <p:cNvSpPr txBox="1">
            <a:spLocks noGrp="1"/>
          </p:cNvSpPr>
          <p:nvPr>
            <p:ph type="title"/>
          </p:nvPr>
        </p:nvSpPr>
        <p:spPr>
          <a:xfrm>
            <a:off x="4745850" y="125600"/>
            <a:ext cx="42243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USTOM_22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34" name="Google Shape;234;p27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5" name="Google Shape;235;p27"/>
          <p:cNvSpPr/>
          <p:nvPr/>
        </p:nvSpPr>
        <p:spPr>
          <a:xfrm>
            <a:off x="0" y="2571700"/>
            <a:ext cx="91440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1100" y="2571700"/>
            <a:ext cx="22956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7"/>
          <p:cNvSpPr txBox="1">
            <a:spLocks noGrp="1"/>
          </p:cNvSpPr>
          <p:nvPr>
            <p:ph type="body" idx="1"/>
          </p:nvPr>
        </p:nvSpPr>
        <p:spPr>
          <a:xfrm>
            <a:off x="162150" y="2696700"/>
            <a:ext cx="1929300" cy="23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CUSTOM_2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40" name="Google Shape;240;p28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1" name="Google Shape;241;p28"/>
          <p:cNvSpPr/>
          <p:nvPr/>
        </p:nvSpPr>
        <p:spPr>
          <a:xfrm>
            <a:off x="0" y="2571700"/>
            <a:ext cx="91440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8"/>
          <p:cNvSpPr/>
          <p:nvPr/>
        </p:nvSpPr>
        <p:spPr>
          <a:xfrm>
            <a:off x="0" y="1285850"/>
            <a:ext cx="2286000" cy="128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1100" y="2571700"/>
            <a:ext cx="22956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28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83967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5" name="Google Shape;245;p28"/>
          <p:cNvSpPr txBox="1">
            <a:spLocks noGrp="1"/>
          </p:cNvSpPr>
          <p:nvPr>
            <p:ph type="body" idx="1"/>
          </p:nvPr>
        </p:nvSpPr>
        <p:spPr>
          <a:xfrm>
            <a:off x="162150" y="2696700"/>
            <a:ext cx="1929300" cy="23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24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48" name="Google Shape;248;p29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9" name="Google Shape;249;p29"/>
          <p:cNvSpPr/>
          <p:nvPr/>
        </p:nvSpPr>
        <p:spPr>
          <a:xfrm>
            <a:off x="2286000" y="1928750"/>
            <a:ext cx="2286000" cy="1607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9"/>
          <p:cNvSpPr/>
          <p:nvPr/>
        </p:nvSpPr>
        <p:spPr>
          <a:xfrm>
            <a:off x="2286000" y="3536150"/>
            <a:ext cx="2286000" cy="1607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0" y="1928800"/>
            <a:ext cx="2286000" cy="1607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0" y="3536200"/>
            <a:ext cx="2286000" cy="1607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29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88425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p29"/>
          <p:cNvSpPr txBox="1">
            <a:spLocks noGrp="1"/>
          </p:cNvSpPr>
          <p:nvPr>
            <p:ph type="subTitle" idx="1"/>
          </p:nvPr>
        </p:nvSpPr>
        <p:spPr>
          <a:xfrm>
            <a:off x="167675" y="223735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255" name="Google Shape;255;p29"/>
          <p:cNvSpPr txBox="1">
            <a:spLocks noGrp="1"/>
          </p:cNvSpPr>
          <p:nvPr>
            <p:ph type="subTitle" idx="2"/>
          </p:nvPr>
        </p:nvSpPr>
        <p:spPr>
          <a:xfrm>
            <a:off x="4748850" y="223735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256" name="Google Shape;256;p29"/>
          <p:cNvSpPr txBox="1">
            <a:spLocks noGrp="1"/>
          </p:cNvSpPr>
          <p:nvPr>
            <p:ph type="subTitle" idx="3"/>
          </p:nvPr>
        </p:nvSpPr>
        <p:spPr>
          <a:xfrm>
            <a:off x="7044450" y="223735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257" name="Google Shape;257;p29"/>
          <p:cNvSpPr txBox="1">
            <a:spLocks noGrp="1"/>
          </p:cNvSpPr>
          <p:nvPr>
            <p:ph type="subTitle" idx="4"/>
          </p:nvPr>
        </p:nvSpPr>
        <p:spPr>
          <a:xfrm>
            <a:off x="2469700" y="223735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258" name="Google Shape;258;p29"/>
          <p:cNvSpPr txBox="1">
            <a:spLocks noGrp="1"/>
          </p:cNvSpPr>
          <p:nvPr>
            <p:ph type="subTitle" idx="5"/>
          </p:nvPr>
        </p:nvSpPr>
        <p:spPr>
          <a:xfrm>
            <a:off x="167675" y="384470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259" name="Google Shape;259;p29"/>
          <p:cNvSpPr txBox="1">
            <a:spLocks noGrp="1"/>
          </p:cNvSpPr>
          <p:nvPr>
            <p:ph type="subTitle" idx="6"/>
          </p:nvPr>
        </p:nvSpPr>
        <p:spPr>
          <a:xfrm>
            <a:off x="2469700" y="384470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25">
    <p:bg>
      <p:bgPr>
        <a:solidFill>
          <a:schemeClr val="dk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2" name="Google Shape;262;p30"/>
          <p:cNvGraphicFramePr/>
          <p:nvPr/>
        </p:nvGraphicFramePr>
        <p:xfrm>
          <a:off x="457200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3" name="Google Shape;263;p30"/>
          <p:cNvSpPr>
            <a:spLocks noGrp="1"/>
          </p:cNvSpPr>
          <p:nvPr>
            <p:ph type="pic" idx="2"/>
          </p:nvPr>
        </p:nvSpPr>
        <p:spPr>
          <a:xfrm>
            <a:off x="6286500" y="-50"/>
            <a:ext cx="2857500" cy="5143500"/>
          </a:xfrm>
          <a:prstGeom prst="corner">
            <a:avLst>
              <a:gd name="adj1" fmla="val 157589"/>
              <a:gd name="adj2" fmla="val 79653"/>
            </a:avLst>
          </a:prstGeom>
          <a:noFill/>
          <a:ln>
            <a:noFill/>
          </a:ln>
        </p:spPr>
      </p:sp>
      <p:graphicFrame>
        <p:nvGraphicFramePr>
          <p:cNvPr id="264" name="Google Shape;264;p30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5" name="Google Shape;265;p30"/>
          <p:cNvSpPr txBox="1">
            <a:spLocks noGrp="1"/>
          </p:cNvSpPr>
          <p:nvPr>
            <p:ph type="body" idx="1"/>
          </p:nvPr>
        </p:nvSpPr>
        <p:spPr>
          <a:xfrm>
            <a:off x="175800" y="2457450"/>
            <a:ext cx="5975100" cy="20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Light"/>
              <a:buChar char="●"/>
              <a:defRPr sz="18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Light"/>
              <a:buChar char="○"/>
              <a:defRPr sz="18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Light"/>
              <a:buChar char="■"/>
              <a:defRPr sz="18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Light"/>
              <a:buChar char="●"/>
              <a:defRPr sz="18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Light"/>
              <a:buChar char="○"/>
              <a:defRPr sz="18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Light"/>
              <a:buChar char="■"/>
              <a:defRPr sz="18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Light"/>
              <a:buChar char="●"/>
              <a:defRPr sz="18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Light"/>
              <a:buChar char="○"/>
              <a:defRPr sz="18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Light"/>
              <a:buChar char="■"/>
              <a:defRPr sz="18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266" name="Google Shape;266;p30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59751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26">
    <p:bg>
      <p:bgPr>
        <a:solidFill>
          <a:schemeClr val="lt1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8" name="Google Shape;268;p31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9" name="Google Shape;269;p31"/>
          <p:cNvSpPr/>
          <p:nvPr/>
        </p:nvSpPr>
        <p:spPr>
          <a:xfrm>
            <a:off x="0" y="2571700"/>
            <a:ext cx="91440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31"/>
          <p:cNvSpPr/>
          <p:nvPr/>
        </p:nvSpPr>
        <p:spPr>
          <a:xfrm>
            <a:off x="0" y="1285850"/>
            <a:ext cx="2286000" cy="128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31"/>
          <p:cNvSpPr/>
          <p:nvPr/>
        </p:nvSpPr>
        <p:spPr>
          <a:xfrm>
            <a:off x="2296700" y="1285850"/>
            <a:ext cx="2275200" cy="128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31"/>
          <p:cNvSpPr/>
          <p:nvPr/>
        </p:nvSpPr>
        <p:spPr>
          <a:xfrm>
            <a:off x="1100" y="2571700"/>
            <a:ext cx="22956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31"/>
          <p:cNvSpPr/>
          <p:nvPr/>
        </p:nvSpPr>
        <p:spPr>
          <a:xfrm>
            <a:off x="2296700" y="2571000"/>
            <a:ext cx="22656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31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83967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5" name="Google Shape;275;p31"/>
          <p:cNvSpPr txBox="1">
            <a:spLocks noGrp="1"/>
          </p:cNvSpPr>
          <p:nvPr>
            <p:ph type="body" idx="1"/>
          </p:nvPr>
        </p:nvSpPr>
        <p:spPr>
          <a:xfrm>
            <a:off x="162150" y="2696700"/>
            <a:ext cx="1929300" cy="23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276" name="Google Shape;276;p31"/>
          <p:cNvSpPr txBox="1">
            <a:spLocks noGrp="1"/>
          </p:cNvSpPr>
          <p:nvPr>
            <p:ph type="body" idx="2"/>
          </p:nvPr>
        </p:nvSpPr>
        <p:spPr>
          <a:xfrm>
            <a:off x="2469700" y="2696700"/>
            <a:ext cx="1929300" cy="23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277" name="Google Shape;277;p31"/>
          <p:cNvSpPr txBox="1">
            <a:spLocks noGrp="1"/>
          </p:cNvSpPr>
          <p:nvPr>
            <p:ph type="subTitle" idx="3"/>
          </p:nvPr>
        </p:nvSpPr>
        <p:spPr>
          <a:xfrm>
            <a:off x="167675" y="143375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278" name="Google Shape;278;p31"/>
          <p:cNvSpPr txBox="1">
            <a:spLocks noGrp="1"/>
          </p:cNvSpPr>
          <p:nvPr>
            <p:ph type="subTitle" idx="4"/>
          </p:nvPr>
        </p:nvSpPr>
        <p:spPr>
          <a:xfrm>
            <a:off x="2469700" y="143375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7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2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81" name="Google Shape;281;p32"/>
          <p:cNvGraphicFramePr/>
          <p:nvPr/>
        </p:nvGraphicFramePr>
        <p:xfrm>
          <a:off x="45720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82" name="Google Shape;282;p32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3" name="Google Shape;283;p32"/>
          <p:cNvSpPr/>
          <p:nvPr/>
        </p:nvSpPr>
        <p:spPr>
          <a:xfrm>
            <a:off x="0" y="2571700"/>
            <a:ext cx="91440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32"/>
          <p:cNvSpPr/>
          <p:nvPr/>
        </p:nvSpPr>
        <p:spPr>
          <a:xfrm>
            <a:off x="0" y="1285850"/>
            <a:ext cx="2286000" cy="128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32"/>
          <p:cNvSpPr/>
          <p:nvPr/>
        </p:nvSpPr>
        <p:spPr>
          <a:xfrm>
            <a:off x="2296700" y="1285850"/>
            <a:ext cx="2275200" cy="128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32"/>
          <p:cNvSpPr/>
          <p:nvPr/>
        </p:nvSpPr>
        <p:spPr>
          <a:xfrm>
            <a:off x="4562300" y="1285850"/>
            <a:ext cx="2295600" cy="1286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32"/>
          <p:cNvSpPr/>
          <p:nvPr/>
        </p:nvSpPr>
        <p:spPr>
          <a:xfrm>
            <a:off x="1100" y="2571700"/>
            <a:ext cx="22956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32"/>
          <p:cNvSpPr/>
          <p:nvPr/>
        </p:nvSpPr>
        <p:spPr>
          <a:xfrm>
            <a:off x="2296700" y="2571000"/>
            <a:ext cx="22656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32"/>
          <p:cNvSpPr/>
          <p:nvPr/>
        </p:nvSpPr>
        <p:spPr>
          <a:xfrm>
            <a:off x="4562300" y="2571000"/>
            <a:ext cx="22956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32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83967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1" name="Google Shape;291;p32"/>
          <p:cNvSpPr txBox="1">
            <a:spLocks noGrp="1"/>
          </p:cNvSpPr>
          <p:nvPr>
            <p:ph type="body" idx="1"/>
          </p:nvPr>
        </p:nvSpPr>
        <p:spPr>
          <a:xfrm>
            <a:off x="162150" y="2696700"/>
            <a:ext cx="1929300" cy="23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292" name="Google Shape;292;p32"/>
          <p:cNvSpPr txBox="1">
            <a:spLocks noGrp="1"/>
          </p:cNvSpPr>
          <p:nvPr>
            <p:ph type="body" idx="2"/>
          </p:nvPr>
        </p:nvSpPr>
        <p:spPr>
          <a:xfrm>
            <a:off x="4750350" y="2696700"/>
            <a:ext cx="1929300" cy="23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293" name="Google Shape;293;p32"/>
          <p:cNvSpPr txBox="1">
            <a:spLocks noGrp="1"/>
          </p:cNvSpPr>
          <p:nvPr>
            <p:ph type="body" idx="3"/>
          </p:nvPr>
        </p:nvSpPr>
        <p:spPr>
          <a:xfrm>
            <a:off x="2469700" y="2696700"/>
            <a:ext cx="1929300" cy="23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294" name="Google Shape;294;p32"/>
          <p:cNvSpPr txBox="1">
            <a:spLocks noGrp="1"/>
          </p:cNvSpPr>
          <p:nvPr>
            <p:ph type="subTitle" idx="4"/>
          </p:nvPr>
        </p:nvSpPr>
        <p:spPr>
          <a:xfrm>
            <a:off x="167675" y="143375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295" name="Google Shape;295;p32"/>
          <p:cNvSpPr txBox="1">
            <a:spLocks noGrp="1"/>
          </p:cNvSpPr>
          <p:nvPr>
            <p:ph type="subTitle" idx="5"/>
          </p:nvPr>
        </p:nvSpPr>
        <p:spPr>
          <a:xfrm>
            <a:off x="4748850" y="143375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296" name="Google Shape;296;p32"/>
          <p:cNvSpPr txBox="1">
            <a:spLocks noGrp="1"/>
          </p:cNvSpPr>
          <p:nvPr>
            <p:ph type="subTitle" idx="6"/>
          </p:nvPr>
        </p:nvSpPr>
        <p:spPr>
          <a:xfrm>
            <a:off x="2469700" y="143375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28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3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99" name="Google Shape;299;p33"/>
          <p:cNvGraphicFramePr/>
          <p:nvPr/>
        </p:nvGraphicFramePr>
        <p:xfrm>
          <a:off x="45720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00" name="Google Shape;300;p33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1" name="Google Shape;301;p33"/>
          <p:cNvSpPr/>
          <p:nvPr/>
        </p:nvSpPr>
        <p:spPr>
          <a:xfrm>
            <a:off x="0" y="2571700"/>
            <a:ext cx="91440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33"/>
          <p:cNvSpPr/>
          <p:nvPr/>
        </p:nvSpPr>
        <p:spPr>
          <a:xfrm>
            <a:off x="0" y="1285850"/>
            <a:ext cx="2286000" cy="128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33"/>
          <p:cNvSpPr/>
          <p:nvPr/>
        </p:nvSpPr>
        <p:spPr>
          <a:xfrm>
            <a:off x="2296700" y="1285850"/>
            <a:ext cx="2275200" cy="128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33"/>
          <p:cNvSpPr/>
          <p:nvPr/>
        </p:nvSpPr>
        <p:spPr>
          <a:xfrm>
            <a:off x="4562300" y="1285850"/>
            <a:ext cx="2295600" cy="1286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33"/>
          <p:cNvSpPr/>
          <p:nvPr/>
        </p:nvSpPr>
        <p:spPr>
          <a:xfrm>
            <a:off x="6855000" y="1285850"/>
            <a:ext cx="2286000" cy="1286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33"/>
          <p:cNvSpPr/>
          <p:nvPr/>
        </p:nvSpPr>
        <p:spPr>
          <a:xfrm>
            <a:off x="1100" y="2571700"/>
            <a:ext cx="22956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33"/>
          <p:cNvSpPr/>
          <p:nvPr/>
        </p:nvSpPr>
        <p:spPr>
          <a:xfrm>
            <a:off x="2296700" y="2571000"/>
            <a:ext cx="22656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33"/>
          <p:cNvSpPr/>
          <p:nvPr/>
        </p:nvSpPr>
        <p:spPr>
          <a:xfrm>
            <a:off x="4562300" y="2571000"/>
            <a:ext cx="22956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33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83967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33"/>
          <p:cNvSpPr txBox="1">
            <a:spLocks noGrp="1"/>
          </p:cNvSpPr>
          <p:nvPr>
            <p:ph type="body" idx="1"/>
          </p:nvPr>
        </p:nvSpPr>
        <p:spPr>
          <a:xfrm>
            <a:off x="7044450" y="2696700"/>
            <a:ext cx="1929300" cy="23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11" name="Google Shape;311;p33"/>
          <p:cNvSpPr txBox="1">
            <a:spLocks noGrp="1"/>
          </p:cNvSpPr>
          <p:nvPr>
            <p:ph type="body" idx="2"/>
          </p:nvPr>
        </p:nvSpPr>
        <p:spPr>
          <a:xfrm>
            <a:off x="162150" y="2696700"/>
            <a:ext cx="1929300" cy="23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12" name="Google Shape;312;p33"/>
          <p:cNvSpPr txBox="1">
            <a:spLocks noGrp="1"/>
          </p:cNvSpPr>
          <p:nvPr>
            <p:ph type="body" idx="3"/>
          </p:nvPr>
        </p:nvSpPr>
        <p:spPr>
          <a:xfrm>
            <a:off x="4750350" y="2696700"/>
            <a:ext cx="1929300" cy="23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13" name="Google Shape;313;p33"/>
          <p:cNvSpPr txBox="1">
            <a:spLocks noGrp="1"/>
          </p:cNvSpPr>
          <p:nvPr>
            <p:ph type="body" idx="4"/>
          </p:nvPr>
        </p:nvSpPr>
        <p:spPr>
          <a:xfrm>
            <a:off x="2469700" y="2696700"/>
            <a:ext cx="1929300" cy="23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14" name="Google Shape;314;p33"/>
          <p:cNvSpPr txBox="1">
            <a:spLocks noGrp="1"/>
          </p:cNvSpPr>
          <p:nvPr>
            <p:ph type="subTitle" idx="5"/>
          </p:nvPr>
        </p:nvSpPr>
        <p:spPr>
          <a:xfrm>
            <a:off x="167675" y="143375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315" name="Google Shape;315;p33"/>
          <p:cNvSpPr txBox="1">
            <a:spLocks noGrp="1"/>
          </p:cNvSpPr>
          <p:nvPr>
            <p:ph type="subTitle" idx="6"/>
          </p:nvPr>
        </p:nvSpPr>
        <p:spPr>
          <a:xfrm>
            <a:off x="4748850" y="143375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316" name="Google Shape;316;p33"/>
          <p:cNvSpPr txBox="1">
            <a:spLocks noGrp="1"/>
          </p:cNvSpPr>
          <p:nvPr>
            <p:ph type="subTitle" idx="7"/>
          </p:nvPr>
        </p:nvSpPr>
        <p:spPr>
          <a:xfrm>
            <a:off x="7044450" y="143375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317" name="Google Shape;317;p33"/>
          <p:cNvSpPr txBox="1">
            <a:spLocks noGrp="1"/>
          </p:cNvSpPr>
          <p:nvPr>
            <p:ph type="subTitle" idx="8"/>
          </p:nvPr>
        </p:nvSpPr>
        <p:spPr>
          <a:xfrm>
            <a:off x="2469700" y="143375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CUSTOM_29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4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20" name="Google Shape;320;p34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21" name="Google Shape;321;p34"/>
          <p:cNvSpPr>
            <a:spLocks noGrp="1"/>
          </p:cNvSpPr>
          <p:nvPr>
            <p:ph type="pic" idx="2"/>
          </p:nvPr>
        </p:nvSpPr>
        <p:spPr>
          <a:xfrm>
            <a:off x="4572000" y="0"/>
            <a:ext cx="4572000" cy="5143500"/>
          </a:xfrm>
          <a:prstGeom prst="corner">
            <a:avLst>
              <a:gd name="adj1" fmla="val 98504"/>
              <a:gd name="adj2" fmla="val 87411"/>
            </a:avLst>
          </a:prstGeom>
          <a:noFill/>
          <a:ln>
            <a:noFill/>
          </a:ln>
        </p:spPr>
      </p:sp>
      <p:sp>
        <p:nvSpPr>
          <p:cNvPr id="322" name="Google Shape;322;p34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42243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30">
    <p:bg>
      <p:bgPr>
        <a:solidFill>
          <a:schemeClr val="lt1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4" name="Google Shape;324;p35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25" name="Google Shape;325;p35"/>
          <p:cNvSpPr/>
          <p:nvPr/>
        </p:nvSpPr>
        <p:spPr>
          <a:xfrm>
            <a:off x="0" y="2571700"/>
            <a:ext cx="91440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35"/>
          <p:cNvSpPr/>
          <p:nvPr/>
        </p:nvSpPr>
        <p:spPr>
          <a:xfrm>
            <a:off x="0" y="1285850"/>
            <a:ext cx="2286000" cy="128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35"/>
          <p:cNvSpPr/>
          <p:nvPr/>
        </p:nvSpPr>
        <p:spPr>
          <a:xfrm>
            <a:off x="2296700" y="1285850"/>
            <a:ext cx="2275200" cy="128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35"/>
          <p:cNvSpPr/>
          <p:nvPr/>
        </p:nvSpPr>
        <p:spPr>
          <a:xfrm>
            <a:off x="1100" y="2571700"/>
            <a:ext cx="22956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35"/>
          <p:cNvSpPr/>
          <p:nvPr/>
        </p:nvSpPr>
        <p:spPr>
          <a:xfrm>
            <a:off x="2296700" y="2571000"/>
            <a:ext cx="2265600" cy="2571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35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4858200" cy="10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1" name="Google Shape;331;p35"/>
          <p:cNvSpPr txBox="1">
            <a:spLocks noGrp="1"/>
          </p:cNvSpPr>
          <p:nvPr>
            <p:ph type="body" idx="1"/>
          </p:nvPr>
        </p:nvSpPr>
        <p:spPr>
          <a:xfrm>
            <a:off x="162150" y="2696700"/>
            <a:ext cx="1929300" cy="23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32" name="Google Shape;332;p35"/>
          <p:cNvSpPr txBox="1">
            <a:spLocks noGrp="1"/>
          </p:cNvSpPr>
          <p:nvPr>
            <p:ph type="body" idx="2"/>
          </p:nvPr>
        </p:nvSpPr>
        <p:spPr>
          <a:xfrm>
            <a:off x="2469700" y="2696700"/>
            <a:ext cx="1929300" cy="23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33" name="Google Shape;333;p35"/>
          <p:cNvSpPr txBox="1">
            <a:spLocks noGrp="1"/>
          </p:cNvSpPr>
          <p:nvPr>
            <p:ph type="subTitle" idx="3"/>
          </p:nvPr>
        </p:nvSpPr>
        <p:spPr>
          <a:xfrm>
            <a:off x="167675" y="143375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DM Sans SemiBold"/>
              <a:buNone/>
              <a:defRPr sz="2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334" name="Google Shape;334;p35"/>
          <p:cNvSpPr txBox="1">
            <a:spLocks noGrp="1"/>
          </p:cNvSpPr>
          <p:nvPr>
            <p:ph type="subTitle" idx="4"/>
          </p:nvPr>
        </p:nvSpPr>
        <p:spPr>
          <a:xfrm>
            <a:off x="2469700" y="1433750"/>
            <a:ext cx="1929300" cy="9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335" name="Google Shape;335;p35"/>
          <p:cNvSpPr>
            <a:spLocks noGrp="1"/>
          </p:cNvSpPr>
          <p:nvPr>
            <p:ph type="pic" idx="5"/>
          </p:nvPr>
        </p:nvSpPr>
        <p:spPr>
          <a:xfrm>
            <a:off x="5034002" y="-3075"/>
            <a:ext cx="20529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35"/>
          <p:cNvSpPr>
            <a:spLocks noGrp="1"/>
          </p:cNvSpPr>
          <p:nvPr>
            <p:ph type="pic" idx="6"/>
          </p:nvPr>
        </p:nvSpPr>
        <p:spPr>
          <a:xfrm>
            <a:off x="7091161" y="2571700"/>
            <a:ext cx="2052900" cy="2571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31">
    <p:bg>
      <p:bgPr>
        <a:solidFill>
          <a:schemeClr val="dk1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6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39" name="Google Shape;339;p36"/>
          <p:cNvGraphicFramePr/>
          <p:nvPr/>
        </p:nvGraphicFramePr>
        <p:xfrm>
          <a:off x="457200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40" name="Google Shape;340;p36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41" name="Google Shape;341;p36"/>
          <p:cNvSpPr/>
          <p:nvPr/>
        </p:nvSpPr>
        <p:spPr>
          <a:xfrm>
            <a:off x="0" y="3214700"/>
            <a:ext cx="9144000" cy="1929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36"/>
          <p:cNvSpPr/>
          <p:nvPr/>
        </p:nvSpPr>
        <p:spPr>
          <a:xfrm>
            <a:off x="2277888" y="3214700"/>
            <a:ext cx="2286000" cy="19290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36"/>
          <p:cNvSpPr/>
          <p:nvPr/>
        </p:nvSpPr>
        <p:spPr>
          <a:xfrm>
            <a:off x="4572000" y="3214700"/>
            <a:ext cx="2286000" cy="19290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36"/>
          <p:cNvSpPr>
            <a:spLocks noGrp="1"/>
          </p:cNvSpPr>
          <p:nvPr>
            <p:ph type="pic" idx="2"/>
          </p:nvPr>
        </p:nvSpPr>
        <p:spPr>
          <a:xfrm>
            <a:off x="3439700" y="1539700"/>
            <a:ext cx="2265600" cy="140880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36"/>
          <p:cNvSpPr>
            <a:spLocks noGrp="1"/>
          </p:cNvSpPr>
          <p:nvPr>
            <p:ph type="pic" idx="3"/>
          </p:nvPr>
        </p:nvSpPr>
        <p:spPr>
          <a:xfrm>
            <a:off x="0" y="1539650"/>
            <a:ext cx="3314100" cy="14088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36"/>
          <p:cNvSpPr>
            <a:spLocks noGrp="1"/>
          </p:cNvSpPr>
          <p:nvPr>
            <p:ph type="pic" idx="4"/>
          </p:nvPr>
        </p:nvSpPr>
        <p:spPr>
          <a:xfrm>
            <a:off x="5830950" y="1539700"/>
            <a:ext cx="3187200" cy="14088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36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8396700" cy="11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348" name="Google Shape;348;p36"/>
          <p:cNvSpPr txBox="1">
            <a:spLocks noGrp="1"/>
          </p:cNvSpPr>
          <p:nvPr>
            <p:ph type="body" idx="1"/>
          </p:nvPr>
        </p:nvSpPr>
        <p:spPr>
          <a:xfrm>
            <a:off x="125700" y="4005125"/>
            <a:ext cx="1929300" cy="11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9" name="Google Shape;349;p36"/>
          <p:cNvSpPr txBox="1">
            <a:spLocks noGrp="1"/>
          </p:cNvSpPr>
          <p:nvPr>
            <p:ph type="body" idx="5"/>
          </p:nvPr>
        </p:nvSpPr>
        <p:spPr>
          <a:xfrm>
            <a:off x="5838150" y="4005125"/>
            <a:ext cx="1929300" cy="11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0" name="Google Shape;350;p36"/>
          <p:cNvSpPr txBox="1">
            <a:spLocks noGrp="1"/>
          </p:cNvSpPr>
          <p:nvPr>
            <p:ph type="body" idx="6"/>
          </p:nvPr>
        </p:nvSpPr>
        <p:spPr>
          <a:xfrm>
            <a:off x="3439700" y="4005125"/>
            <a:ext cx="1929300" cy="11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1" name="Google Shape;351;p36"/>
          <p:cNvSpPr txBox="1">
            <a:spLocks noGrp="1"/>
          </p:cNvSpPr>
          <p:nvPr>
            <p:ph type="subTitle" idx="7"/>
          </p:nvPr>
        </p:nvSpPr>
        <p:spPr>
          <a:xfrm>
            <a:off x="125700" y="3066275"/>
            <a:ext cx="1929300" cy="6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352" name="Google Shape;352;p36"/>
          <p:cNvSpPr txBox="1">
            <a:spLocks noGrp="1"/>
          </p:cNvSpPr>
          <p:nvPr>
            <p:ph type="subTitle" idx="8"/>
          </p:nvPr>
        </p:nvSpPr>
        <p:spPr>
          <a:xfrm>
            <a:off x="5838150" y="3066275"/>
            <a:ext cx="1929300" cy="6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353" name="Google Shape;353;p36"/>
          <p:cNvSpPr txBox="1">
            <a:spLocks noGrp="1"/>
          </p:cNvSpPr>
          <p:nvPr>
            <p:ph type="subTitle" idx="9"/>
          </p:nvPr>
        </p:nvSpPr>
        <p:spPr>
          <a:xfrm>
            <a:off x="3439700" y="3066275"/>
            <a:ext cx="1929300" cy="6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 SemiBold"/>
              <a:buNone/>
              <a:defRPr sz="20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32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7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6" name="Google Shape;356;p37"/>
          <p:cNvSpPr>
            <a:spLocks noGrp="1"/>
          </p:cNvSpPr>
          <p:nvPr>
            <p:ph type="pic" idx="2"/>
          </p:nvPr>
        </p:nvSpPr>
        <p:spPr>
          <a:xfrm>
            <a:off x="0" y="-50"/>
            <a:ext cx="9144000" cy="5143500"/>
          </a:xfrm>
          <a:prstGeom prst="corner">
            <a:avLst>
              <a:gd name="adj1" fmla="val 86554"/>
              <a:gd name="adj2" fmla="val 160071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33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8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59" name="Google Shape;359;p38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{E7A09464-932D-4A7A-91F1-E8146FF3E791}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0" name="Google Shape;360;p38"/>
          <p:cNvSpPr>
            <a:spLocks noGrp="1"/>
          </p:cNvSpPr>
          <p:nvPr>
            <p:ph type="pic" idx="2"/>
          </p:nvPr>
        </p:nvSpPr>
        <p:spPr>
          <a:xfrm>
            <a:off x="4572000" y="-3075"/>
            <a:ext cx="2283600" cy="12867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38"/>
          <p:cNvSpPr>
            <a:spLocks noGrp="1"/>
          </p:cNvSpPr>
          <p:nvPr>
            <p:ph type="pic" idx="3"/>
          </p:nvPr>
        </p:nvSpPr>
        <p:spPr>
          <a:xfrm>
            <a:off x="6860482" y="1285082"/>
            <a:ext cx="2283600" cy="12867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38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4224300" cy="11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3" name="Google Shape;363;p38"/>
          <p:cNvSpPr>
            <a:spLocks noGrp="1"/>
          </p:cNvSpPr>
          <p:nvPr>
            <p:ph type="pic" idx="4"/>
          </p:nvPr>
        </p:nvSpPr>
        <p:spPr>
          <a:xfrm>
            <a:off x="2859963" y="2571868"/>
            <a:ext cx="571500" cy="6429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38"/>
          <p:cNvSpPr>
            <a:spLocks noGrp="1"/>
          </p:cNvSpPr>
          <p:nvPr>
            <p:ph type="pic" idx="5"/>
          </p:nvPr>
        </p:nvSpPr>
        <p:spPr>
          <a:xfrm>
            <a:off x="571500" y="4500618"/>
            <a:ext cx="571500" cy="6429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38"/>
          <p:cNvSpPr>
            <a:spLocks noGrp="1"/>
          </p:cNvSpPr>
          <p:nvPr>
            <p:ph type="pic" idx="6"/>
          </p:nvPr>
        </p:nvSpPr>
        <p:spPr>
          <a:xfrm>
            <a:off x="571500" y="2571881"/>
            <a:ext cx="11430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38"/>
          <p:cNvSpPr>
            <a:spLocks noGrp="1"/>
          </p:cNvSpPr>
          <p:nvPr>
            <p:ph type="pic" idx="7"/>
          </p:nvPr>
        </p:nvSpPr>
        <p:spPr>
          <a:xfrm>
            <a:off x="3429000" y="3858582"/>
            <a:ext cx="11430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367" name="Google Shape;367;p38"/>
          <p:cNvSpPr>
            <a:spLocks noGrp="1"/>
          </p:cNvSpPr>
          <p:nvPr>
            <p:ph type="pic" idx="8"/>
          </p:nvPr>
        </p:nvSpPr>
        <p:spPr>
          <a:xfrm>
            <a:off x="2286000" y="3858568"/>
            <a:ext cx="571500" cy="6429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38"/>
          <p:cNvSpPr>
            <a:spLocks noGrp="1"/>
          </p:cNvSpPr>
          <p:nvPr>
            <p:ph type="pic" idx="9"/>
          </p:nvPr>
        </p:nvSpPr>
        <p:spPr>
          <a:xfrm>
            <a:off x="4576922" y="2571425"/>
            <a:ext cx="2283600" cy="12867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38"/>
          <p:cNvSpPr>
            <a:spLocks noGrp="1"/>
          </p:cNvSpPr>
          <p:nvPr>
            <p:ph type="pic" idx="13"/>
          </p:nvPr>
        </p:nvSpPr>
        <p:spPr>
          <a:xfrm>
            <a:off x="6860465" y="3858125"/>
            <a:ext cx="2283600" cy="1286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29050" y="393200"/>
            <a:ext cx="868590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M Sans Medium"/>
              <a:buNone/>
              <a:defRPr sz="36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DM Sans Medium"/>
              <a:buNone/>
              <a:defRPr sz="36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DM Sans Medium"/>
              <a:buNone/>
              <a:defRPr sz="36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DM Sans Medium"/>
              <a:buNone/>
              <a:defRPr sz="36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DM Sans Medium"/>
              <a:buNone/>
              <a:defRPr sz="36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DM Sans Medium"/>
              <a:buNone/>
              <a:defRPr sz="36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DM Sans Medium"/>
              <a:buNone/>
              <a:defRPr sz="36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DM Sans Medium"/>
              <a:buNone/>
              <a:defRPr sz="36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DM Sans Medium"/>
              <a:buNone/>
              <a:defRPr sz="36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●"/>
              <a:defRPr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  <a:defRPr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■"/>
              <a:defRPr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●"/>
              <a:defRPr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  <a:defRPr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■"/>
              <a:defRPr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●"/>
              <a:defRPr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  <a:defRPr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■"/>
              <a:defRPr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800" b="1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buNone/>
              <a:defRPr sz="800" b="1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buNone/>
              <a:defRPr sz="800" b="1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buNone/>
              <a:defRPr sz="800" b="1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buNone/>
              <a:defRPr sz="800" b="1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buNone/>
              <a:defRPr sz="800" b="1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buNone/>
              <a:defRPr sz="800" b="1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buNone/>
              <a:defRPr sz="800" b="1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buNone/>
              <a:defRPr sz="800" b="1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79">
          <p15:clr>
            <a:srgbClr val="E46962"/>
          </p15:clr>
        </p15:guide>
        <p15:guide id="2" pos="158">
          <p15:clr>
            <a:srgbClr val="E46962"/>
          </p15:clr>
        </p15:guide>
        <p15:guide id="3" orient="horz" pos="79">
          <p15:clr>
            <a:srgbClr val="E46962"/>
          </p15:clr>
        </p15:guide>
        <p15:guide id="4" pos="581">
          <p15:clr>
            <a:srgbClr val="E46962"/>
          </p15:clr>
        </p15:guide>
        <p15:guide id="5" pos="660">
          <p15:clr>
            <a:srgbClr val="E46962"/>
          </p15:clr>
        </p15:guide>
        <p15:guide id="6" pos="1083">
          <p15:clr>
            <a:srgbClr val="E46962"/>
          </p15:clr>
        </p15:guide>
        <p15:guide id="7" pos="1163">
          <p15:clr>
            <a:srgbClr val="E46962"/>
          </p15:clr>
        </p15:guide>
        <p15:guide id="8" pos="1585">
          <p15:clr>
            <a:srgbClr val="E46962"/>
          </p15:clr>
        </p15:guide>
        <p15:guide id="9" pos="1665">
          <p15:clr>
            <a:srgbClr val="E46962"/>
          </p15:clr>
        </p15:guide>
        <p15:guide id="10" pos="2088">
          <p15:clr>
            <a:srgbClr val="E46962"/>
          </p15:clr>
        </p15:guide>
        <p15:guide id="11" pos="2167">
          <p15:clr>
            <a:srgbClr val="E46962"/>
          </p15:clr>
        </p15:guide>
        <p15:guide id="12" pos="2590">
          <p15:clr>
            <a:srgbClr val="E46962"/>
          </p15:clr>
        </p15:guide>
        <p15:guide id="13" pos="2669">
          <p15:clr>
            <a:srgbClr val="E46962"/>
          </p15:clr>
        </p15:guide>
        <p15:guide id="14" pos="3092">
          <p15:clr>
            <a:srgbClr val="E46962"/>
          </p15:clr>
        </p15:guide>
        <p15:guide id="15" pos="3171">
          <p15:clr>
            <a:srgbClr val="E46962"/>
          </p15:clr>
        </p15:guide>
        <p15:guide id="16" pos="3594">
          <p15:clr>
            <a:srgbClr val="E46962"/>
          </p15:clr>
        </p15:guide>
        <p15:guide id="17" pos="3673">
          <p15:clr>
            <a:srgbClr val="E46962"/>
          </p15:clr>
        </p15:guide>
        <p15:guide id="18" pos="4096">
          <p15:clr>
            <a:srgbClr val="E46962"/>
          </p15:clr>
        </p15:guide>
        <p15:guide id="19" pos="4175">
          <p15:clr>
            <a:srgbClr val="E46962"/>
          </p15:clr>
        </p15:guide>
        <p15:guide id="20" pos="4598">
          <p15:clr>
            <a:srgbClr val="E46962"/>
          </p15:clr>
        </p15:guide>
        <p15:guide id="21" pos="4677">
          <p15:clr>
            <a:srgbClr val="E46962"/>
          </p15:clr>
        </p15:guide>
        <p15:guide id="22" pos="5100">
          <p15:clr>
            <a:srgbClr val="E46962"/>
          </p15:clr>
        </p15:guide>
        <p15:guide id="23" pos="5179">
          <p15:clr>
            <a:srgbClr val="E46962"/>
          </p15:clr>
        </p15:guide>
        <p15:guide id="24" pos="5602">
          <p15:clr>
            <a:srgbClr val="E46962"/>
          </p15:clr>
        </p15:guide>
        <p15:guide id="25" pos="5681">
          <p15:clr>
            <a:srgbClr val="E46962"/>
          </p15:clr>
        </p15:guide>
        <p15:guide id="26" orient="horz" pos="296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Relationship Id="rId9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4EA7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9" descr="Person working with a digital pen on screen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r="41318" b="941"/>
          <a:stretch/>
        </p:blipFill>
        <p:spPr>
          <a:xfrm>
            <a:off x="-335200" y="0"/>
            <a:ext cx="4572001" cy="5143501"/>
          </a:xfrm>
          <a:prstGeom prst="rect">
            <a:avLst/>
          </a:prstGeom>
        </p:spPr>
      </p:pic>
      <p:pic>
        <p:nvPicPr>
          <p:cNvPr id="375" name="Google Shape;375;p39" descr="Empty paper soup cup on a white background.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 l="11411" t="42385" r="59675" b="8850"/>
          <a:stretch/>
        </p:blipFill>
        <p:spPr>
          <a:xfrm>
            <a:off x="7150996" y="3447369"/>
            <a:ext cx="571500" cy="642901"/>
          </a:xfrm>
          <a:prstGeom prst="rect">
            <a:avLst/>
          </a:prstGeom>
        </p:spPr>
      </p:pic>
      <p:sp>
        <p:nvSpPr>
          <p:cNvPr id="376" name="Google Shape;376;p39"/>
          <p:cNvSpPr txBox="1">
            <a:spLocks noGrp="1"/>
          </p:cNvSpPr>
          <p:nvPr>
            <p:ph type="subTitle" idx="1"/>
          </p:nvPr>
        </p:nvSpPr>
        <p:spPr>
          <a:xfrm>
            <a:off x="4578918" y="3226050"/>
            <a:ext cx="4396200" cy="19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377" name="Google Shape;377;p39"/>
          <p:cNvSpPr txBox="1">
            <a:spLocks noGrp="1"/>
          </p:cNvSpPr>
          <p:nvPr>
            <p:ph type="title"/>
          </p:nvPr>
        </p:nvSpPr>
        <p:spPr>
          <a:xfrm>
            <a:off x="4564050" y="0"/>
            <a:ext cx="4008600" cy="30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Palatino"/>
                <a:ea typeface="Palatino"/>
                <a:cs typeface="Palatino"/>
                <a:sym typeface="Palatino"/>
              </a:rPr>
              <a:t>Grocery Sales Trend Analysis</a:t>
            </a:r>
            <a:endParaRPr dirty="0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378" name="Google Shape;378;p39"/>
          <p:cNvSpPr txBox="1">
            <a:spLocks noGrp="1"/>
          </p:cNvSpPr>
          <p:nvPr>
            <p:ph type="sldNum" idx="4294967295"/>
          </p:nvPr>
        </p:nvSpPr>
        <p:spPr>
          <a:xfrm>
            <a:off x="8572500" y="125600"/>
            <a:ext cx="571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alatino"/>
                <a:ea typeface="Palatino"/>
                <a:cs typeface="Palatino"/>
                <a:sym typeface="Palatino"/>
              </a:rPr>
              <a:t>1</a:t>
            </a:r>
            <a:endParaRPr sz="2000">
              <a:latin typeface="Palatino"/>
              <a:ea typeface="Palatino"/>
              <a:cs typeface="Palatino"/>
              <a:sym typeface="Palatino"/>
            </a:endParaRPr>
          </a:p>
        </p:txBody>
      </p:sp>
      <p:cxnSp>
        <p:nvCxnSpPr>
          <p:cNvPr id="379" name="Google Shape;379;p39"/>
          <p:cNvCxnSpPr/>
          <p:nvPr/>
        </p:nvCxnSpPr>
        <p:spPr>
          <a:xfrm>
            <a:off x="4537675" y="5075"/>
            <a:ext cx="0" cy="5136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80" name="Google Shape;380;p39"/>
          <p:cNvPicPr preferRelativeResize="0"/>
          <p:nvPr/>
        </p:nvPicPr>
        <p:blipFill rotWithShape="1">
          <a:blip r:embed="rId5">
            <a:alphaModFix/>
          </a:blip>
          <a:srcRect r="13329"/>
          <a:stretch/>
        </p:blipFill>
        <p:spPr>
          <a:xfrm>
            <a:off x="-2443525" y="1325"/>
            <a:ext cx="66803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9"/>
          <p:cNvPicPr preferRelativeResize="0"/>
          <p:nvPr/>
        </p:nvPicPr>
        <p:blipFill rotWithShape="1">
          <a:blip r:embed="rId6">
            <a:alphaModFix/>
          </a:blip>
          <a:srcRect r="38766" b="22348"/>
          <a:stretch/>
        </p:blipFill>
        <p:spPr>
          <a:xfrm>
            <a:off x="6149251" y="3434835"/>
            <a:ext cx="674496" cy="6428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82" name="Google Shape;382;p39"/>
          <p:cNvPicPr preferRelativeResize="0"/>
          <p:nvPr/>
        </p:nvPicPr>
        <p:blipFill rotWithShape="1">
          <a:blip r:embed="rId7">
            <a:alphaModFix/>
          </a:blip>
          <a:srcRect l="15378" t="15988" r="15162" b="15919"/>
          <a:stretch/>
        </p:blipFill>
        <p:spPr>
          <a:xfrm>
            <a:off x="5031629" y="3389648"/>
            <a:ext cx="707050" cy="69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9"/>
          <p:cNvPicPr preferRelativeResize="0"/>
          <p:nvPr/>
        </p:nvPicPr>
        <p:blipFill rotWithShape="1">
          <a:blip r:embed="rId8">
            <a:alphaModFix/>
          </a:blip>
          <a:srcRect l="25564" t="25933" r="26119" b="5802"/>
          <a:stretch/>
        </p:blipFill>
        <p:spPr>
          <a:xfrm>
            <a:off x="8049745" y="3551852"/>
            <a:ext cx="674500" cy="63419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94BFC6-79DB-7C88-FFA2-524C9CD1DF17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0"/>
          <p:cNvSpPr txBox="1">
            <a:spLocks noGrp="1"/>
          </p:cNvSpPr>
          <p:nvPr>
            <p:ph type="sldNum" idx="12"/>
          </p:nvPr>
        </p:nvSpPr>
        <p:spPr>
          <a:xfrm>
            <a:off x="8572500" y="-50"/>
            <a:ext cx="571500" cy="6402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alatino"/>
                <a:ea typeface="Palatino"/>
                <a:cs typeface="Palatino"/>
                <a:sym typeface="Palatino"/>
              </a:rPr>
              <a:t>2</a:t>
            </a:r>
            <a:endParaRPr sz="2000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390" name="Google Shape;390;p40"/>
          <p:cNvSpPr txBox="1">
            <a:spLocks noGrp="1"/>
          </p:cNvSpPr>
          <p:nvPr>
            <p:ph type="body" idx="1"/>
          </p:nvPr>
        </p:nvSpPr>
        <p:spPr>
          <a:xfrm>
            <a:off x="460800" y="1026800"/>
            <a:ext cx="8222400" cy="39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Palatino"/>
              <a:buChar char="-"/>
            </a:pPr>
            <a:r>
              <a:rPr lang="en" sz="2500" dirty="0">
                <a:latin typeface="Palatino"/>
                <a:ea typeface="Palatino"/>
                <a:cs typeface="Palatino"/>
                <a:sym typeface="Palatino"/>
              </a:rPr>
              <a:t>Identify popular grocery products and seasonal demand</a:t>
            </a:r>
            <a:endParaRPr sz="2500" dirty="0">
              <a:latin typeface="Palatino"/>
              <a:ea typeface="Palatino"/>
              <a:cs typeface="Palatino"/>
              <a:sym typeface="Palatin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latin typeface="Palatino"/>
              <a:ea typeface="Palatino"/>
              <a:cs typeface="Palatino"/>
              <a:sym typeface="Palatino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 Light"/>
              <a:buChar char="-"/>
            </a:pPr>
            <a:r>
              <a:rPr lang="en" sz="2500" dirty="0">
                <a:latin typeface="Palatino"/>
                <a:ea typeface="Palatino"/>
                <a:cs typeface="Palatino"/>
                <a:sym typeface="Palatino"/>
              </a:rPr>
              <a:t>Optimize inventory management to improve overall efficiency </a:t>
            </a:r>
            <a:endParaRPr sz="2500" dirty="0">
              <a:latin typeface="Palatino"/>
              <a:ea typeface="Palatino"/>
              <a:cs typeface="Palatino"/>
              <a:sym typeface="Palatin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latin typeface="Palatino"/>
              <a:ea typeface="Palatino"/>
              <a:cs typeface="Palatino"/>
              <a:sym typeface="Palatino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Palatino"/>
              <a:buChar char="-"/>
            </a:pPr>
            <a:r>
              <a:rPr lang="en" sz="2500" dirty="0">
                <a:latin typeface="Palatino"/>
                <a:ea typeface="Palatino"/>
                <a:cs typeface="Palatino"/>
                <a:sym typeface="Palatino"/>
              </a:rPr>
              <a:t>Use data-driven insights to enhance profitability for grocery store owners</a:t>
            </a:r>
            <a:endParaRPr sz="2500" dirty="0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391" name="Google Shape;391;p40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7920900" cy="9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Palatino"/>
                <a:ea typeface="Palatino"/>
                <a:cs typeface="Palatino"/>
                <a:sym typeface="Palatino"/>
              </a:rPr>
              <a:t>Project Objectives</a:t>
            </a:r>
            <a:endParaRPr dirty="0"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1"/>
          <p:cNvSpPr txBox="1">
            <a:spLocks noGrp="1"/>
          </p:cNvSpPr>
          <p:nvPr>
            <p:ph type="sldNum" idx="2"/>
          </p:nvPr>
        </p:nvSpPr>
        <p:spPr>
          <a:xfrm>
            <a:off x="8572500" y="-50"/>
            <a:ext cx="571500" cy="640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>
                <a:latin typeface="Palatino"/>
                <a:ea typeface="Palatino"/>
                <a:cs typeface="Palatino"/>
                <a:sym typeface="Palatino"/>
              </a:rPr>
              <a:t>3</a:t>
            </a:fld>
            <a:endParaRPr sz="2000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397" name="Google Shape;397;p41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7367100" cy="10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tino"/>
                <a:ea typeface="Palatino"/>
                <a:cs typeface="Palatino"/>
                <a:sym typeface="Palatino"/>
              </a:rPr>
              <a:t>Business Questions</a:t>
            </a:r>
            <a:endParaRPr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398" name="Google Shape;398;p41"/>
          <p:cNvSpPr txBox="1">
            <a:spLocks noGrp="1"/>
          </p:cNvSpPr>
          <p:nvPr>
            <p:ph type="body" idx="1"/>
          </p:nvPr>
        </p:nvSpPr>
        <p:spPr>
          <a:xfrm>
            <a:off x="0" y="1116575"/>
            <a:ext cx="9144000" cy="40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Palatino"/>
              <a:buAutoNum type="arabicPeriod"/>
            </a:pPr>
            <a:r>
              <a:rPr lang="en" sz="2300" dirty="0">
                <a:latin typeface="Palatino"/>
                <a:ea typeface="Palatino"/>
                <a:cs typeface="Palatino"/>
                <a:sym typeface="Palatino"/>
              </a:rPr>
              <a:t>Which months recorded generated the most revenue?</a:t>
            </a:r>
            <a:endParaRPr sz="2300" dirty="0">
              <a:latin typeface="Palatino"/>
              <a:ea typeface="Palatino"/>
              <a:cs typeface="Palatino"/>
              <a:sym typeface="Palatino"/>
            </a:endParaRPr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Palatino"/>
              <a:buAutoNum type="arabicPeriod"/>
            </a:pPr>
            <a:r>
              <a:rPr lang="en" sz="2400" dirty="0">
                <a:latin typeface="Palatino"/>
                <a:ea typeface="Palatino"/>
                <a:cs typeface="Palatino"/>
                <a:sym typeface="Palatino"/>
              </a:rPr>
              <a:t>What is the average #Items and Price per Sale? </a:t>
            </a:r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Palatino"/>
              <a:buAutoNum type="arabicPeriod"/>
            </a:pPr>
            <a:r>
              <a:rPr lang="en-US" sz="2400" dirty="0">
                <a:latin typeface="Palatino"/>
                <a:ea typeface="Palatino"/>
                <a:cs typeface="Palatino"/>
                <a:sym typeface="Palatino"/>
              </a:rPr>
              <a:t>What category is most expensive?</a:t>
            </a:r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Palatino"/>
              <a:buAutoNum type="arabicPeriod"/>
            </a:pPr>
            <a:r>
              <a:rPr lang="en" sz="2300" dirty="0">
                <a:latin typeface="Palatino"/>
                <a:ea typeface="Palatino"/>
                <a:cs typeface="Palatino"/>
                <a:sym typeface="Palatino"/>
              </a:rPr>
              <a:t>What cities buy discounted products the most?</a:t>
            </a:r>
            <a:endParaRPr sz="2300" dirty="0"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2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8396700" cy="12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Palatino"/>
                <a:ea typeface="Palatino"/>
                <a:cs typeface="Palatino"/>
                <a:sym typeface="Palatino"/>
              </a:rPr>
              <a:t>Q1: Which months recorded generated the</a:t>
            </a:r>
            <a:endParaRPr sz="3100">
              <a:latin typeface="Palatino"/>
              <a:ea typeface="Palatino"/>
              <a:cs typeface="Palatino"/>
              <a:sym typeface="Palatin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Palatino"/>
                <a:ea typeface="Palatino"/>
                <a:cs typeface="Palatino"/>
                <a:sym typeface="Palatino"/>
              </a:rPr>
              <a:t>   most revenue?</a:t>
            </a:r>
            <a:endParaRPr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404" name="Google Shape;404;p42"/>
          <p:cNvSpPr txBox="1"/>
          <p:nvPr/>
        </p:nvSpPr>
        <p:spPr>
          <a:xfrm>
            <a:off x="125700" y="3360150"/>
            <a:ext cx="5688600" cy="16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Palatino"/>
                <a:ea typeface="Palatino"/>
                <a:cs typeface="Palatino"/>
                <a:sym typeface="Palatino"/>
              </a:rPr>
              <a:t>Interpretation:</a:t>
            </a:r>
            <a:endParaRPr sz="1800" b="1">
              <a:latin typeface="Palatino"/>
              <a:ea typeface="Palatino"/>
              <a:cs typeface="Palatino"/>
              <a:sym typeface="Palati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alatino"/>
                <a:ea typeface="Palatino"/>
                <a:cs typeface="Palatino"/>
                <a:sym typeface="Palatino"/>
              </a:rPr>
              <a:t>Out of the data collected between 01/01/2018 and 05/09/2018, March made the most revenue. May made the least revenue due to only 9 days of the month recorded.</a:t>
            </a:r>
            <a:endParaRPr sz="1700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405" name="Google Shape;405;p42"/>
          <p:cNvSpPr txBox="1">
            <a:spLocks noGrp="1"/>
          </p:cNvSpPr>
          <p:nvPr>
            <p:ph type="body" idx="1"/>
          </p:nvPr>
        </p:nvSpPr>
        <p:spPr>
          <a:xfrm>
            <a:off x="125700" y="1252150"/>
            <a:ext cx="1155000" cy="6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Palatino"/>
                <a:ea typeface="Palatino"/>
                <a:cs typeface="Palatino"/>
                <a:sym typeface="Palatino"/>
              </a:rPr>
              <a:t>Input</a:t>
            </a:r>
            <a:endParaRPr sz="500" b="1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406" name="Google Shape;406;p42"/>
          <p:cNvSpPr txBox="1">
            <a:spLocks noGrp="1"/>
          </p:cNvSpPr>
          <p:nvPr>
            <p:ph type="body" idx="1"/>
          </p:nvPr>
        </p:nvSpPr>
        <p:spPr>
          <a:xfrm>
            <a:off x="6055250" y="1264975"/>
            <a:ext cx="1155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Palatino"/>
                <a:ea typeface="Palatino"/>
                <a:cs typeface="Palatino"/>
                <a:sym typeface="Palatino"/>
              </a:rPr>
              <a:t>Output</a:t>
            </a:r>
            <a:endParaRPr sz="500" b="1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407" name="Google Shape;407;p42"/>
          <p:cNvSpPr txBox="1">
            <a:spLocks noGrp="1"/>
          </p:cNvSpPr>
          <p:nvPr>
            <p:ph type="sldNum" idx="12"/>
          </p:nvPr>
        </p:nvSpPr>
        <p:spPr>
          <a:xfrm>
            <a:off x="8572500" y="-50"/>
            <a:ext cx="571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>
                <a:latin typeface="Palatino"/>
                <a:ea typeface="Palatino"/>
                <a:cs typeface="Palatino"/>
                <a:sym typeface="Palatino"/>
              </a:rPr>
              <a:t>4</a:t>
            </a:fld>
            <a:endParaRPr sz="2000">
              <a:latin typeface="Palatino"/>
              <a:ea typeface="Palatino"/>
              <a:cs typeface="Palatino"/>
              <a:sym typeface="Palatino"/>
            </a:endParaRPr>
          </a:p>
        </p:txBody>
      </p:sp>
      <p:pic>
        <p:nvPicPr>
          <p:cNvPr id="408" name="Google Shape;408;p42"/>
          <p:cNvPicPr preferRelativeResize="0"/>
          <p:nvPr/>
        </p:nvPicPr>
        <p:blipFill rotWithShape="1">
          <a:blip r:embed="rId3">
            <a:alphaModFix/>
          </a:blip>
          <a:srcRect t="8625"/>
          <a:stretch/>
        </p:blipFill>
        <p:spPr>
          <a:xfrm>
            <a:off x="125700" y="1712450"/>
            <a:ext cx="5688600" cy="1506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6125" y="1700050"/>
            <a:ext cx="2838450" cy="1877039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2"/>
          <p:cNvSpPr/>
          <p:nvPr/>
        </p:nvSpPr>
        <p:spPr>
          <a:xfrm>
            <a:off x="6192650" y="2605825"/>
            <a:ext cx="2575200" cy="319500"/>
          </a:xfrm>
          <a:prstGeom prst="rect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3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83967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dirty="0">
                <a:latin typeface="Palatino"/>
                <a:ea typeface="Palatino"/>
                <a:cs typeface="Palatino"/>
                <a:sym typeface="Palatino"/>
              </a:rPr>
              <a:t>Q2: What is the average #Items and Price per Sale?</a:t>
            </a:r>
            <a:endParaRPr dirty="0"/>
          </a:p>
        </p:txBody>
      </p:sp>
      <p:sp>
        <p:nvSpPr>
          <p:cNvPr id="416" name="Google Shape;416;p43"/>
          <p:cNvSpPr txBox="1">
            <a:spLocks noGrp="1"/>
          </p:cNvSpPr>
          <p:nvPr>
            <p:ph type="body" idx="1"/>
          </p:nvPr>
        </p:nvSpPr>
        <p:spPr>
          <a:xfrm>
            <a:off x="175800" y="2890525"/>
            <a:ext cx="1155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alatino"/>
                <a:ea typeface="Palatino"/>
                <a:cs typeface="Palatino"/>
                <a:sym typeface="Palatino"/>
              </a:rPr>
              <a:t>Output</a:t>
            </a:r>
            <a:endParaRPr sz="500" b="1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417" name="Google Shape;417;p43"/>
          <p:cNvSpPr txBox="1">
            <a:spLocks noGrp="1"/>
          </p:cNvSpPr>
          <p:nvPr>
            <p:ph type="body" idx="1"/>
          </p:nvPr>
        </p:nvSpPr>
        <p:spPr>
          <a:xfrm>
            <a:off x="125700" y="1252150"/>
            <a:ext cx="1155000" cy="6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alatino"/>
                <a:ea typeface="Palatino"/>
                <a:cs typeface="Palatino"/>
                <a:sym typeface="Palatino"/>
              </a:rPr>
              <a:t>Input</a:t>
            </a:r>
            <a:endParaRPr sz="500" b="1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418" name="Google Shape;418;p43"/>
          <p:cNvSpPr txBox="1"/>
          <p:nvPr/>
        </p:nvSpPr>
        <p:spPr>
          <a:xfrm>
            <a:off x="6452100" y="1252150"/>
            <a:ext cx="2566200" cy="1635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Palatino"/>
                <a:ea typeface="Palatino"/>
                <a:cs typeface="Palatino"/>
                <a:sym typeface="Palatino"/>
              </a:rPr>
              <a:t>Interpretation:</a:t>
            </a:r>
            <a:endParaRPr sz="1800" b="1" dirty="0">
              <a:latin typeface="Palatino"/>
              <a:ea typeface="Palatino"/>
              <a:cs typeface="Palatino"/>
              <a:sym typeface="Palati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Palatino"/>
                <a:ea typeface="Palatino"/>
                <a:cs typeface="Palatino"/>
                <a:sym typeface="Palatino"/>
              </a:rPr>
              <a:t>On average, a customer has 13 items in their cart. </a:t>
            </a:r>
            <a:r>
              <a:rPr lang="en-US" sz="1600" dirty="0">
                <a:latin typeface="Palatino"/>
                <a:ea typeface="Palatino"/>
                <a:cs typeface="Palatino"/>
                <a:sym typeface="Palatino"/>
              </a:rPr>
              <a:t>W</a:t>
            </a:r>
            <a:r>
              <a:rPr lang="en" sz="1600" dirty="0">
                <a:latin typeface="Palatino"/>
                <a:ea typeface="Palatino"/>
                <a:cs typeface="Palatino"/>
                <a:sym typeface="Palatino"/>
              </a:rPr>
              <a:t>ith an average of $44.23 per cart.</a:t>
            </a:r>
            <a:endParaRPr dirty="0"/>
          </a:p>
        </p:txBody>
      </p:sp>
      <p:sp>
        <p:nvSpPr>
          <p:cNvPr id="419" name="Google Shape;419;p43"/>
          <p:cNvSpPr txBox="1">
            <a:spLocks noGrp="1"/>
          </p:cNvSpPr>
          <p:nvPr>
            <p:ph type="sldNum" idx="12"/>
          </p:nvPr>
        </p:nvSpPr>
        <p:spPr>
          <a:xfrm>
            <a:off x="8572500" y="0"/>
            <a:ext cx="5715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alatino"/>
                <a:ea typeface="Palatino"/>
                <a:cs typeface="Palatino"/>
                <a:sym typeface="Palatino"/>
              </a:rPr>
              <a:t>5</a:t>
            </a:r>
            <a:endParaRPr sz="2000">
              <a:latin typeface="Palatino"/>
              <a:ea typeface="Palatino"/>
              <a:cs typeface="Palatino"/>
              <a:sym typeface="Palatino"/>
            </a:endParaRPr>
          </a:p>
        </p:txBody>
      </p:sp>
      <p:pic>
        <p:nvPicPr>
          <p:cNvPr id="420" name="Google Shape;420;p43"/>
          <p:cNvPicPr preferRelativeResize="0"/>
          <p:nvPr/>
        </p:nvPicPr>
        <p:blipFill rotWithShape="1">
          <a:blip r:embed="rId3">
            <a:alphaModFix/>
          </a:blip>
          <a:srcRect t="11815" b="8"/>
          <a:stretch/>
        </p:blipFill>
        <p:spPr>
          <a:xfrm>
            <a:off x="175800" y="3383350"/>
            <a:ext cx="5357550" cy="103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800" y="1716221"/>
            <a:ext cx="6172747" cy="89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4"/>
          <p:cNvSpPr txBox="1">
            <a:spLocks noGrp="1"/>
          </p:cNvSpPr>
          <p:nvPr>
            <p:ph type="sldNum" idx="12"/>
          </p:nvPr>
        </p:nvSpPr>
        <p:spPr>
          <a:xfrm>
            <a:off x="8572500" y="-50"/>
            <a:ext cx="5715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>
                <a:latin typeface="Palatino"/>
                <a:ea typeface="Palatino"/>
                <a:cs typeface="Palatino"/>
                <a:sym typeface="Palatino"/>
              </a:rPr>
              <a:t>6</a:t>
            </a:fld>
            <a:endParaRPr sz="2000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427" name="Google Shape;427;p44"/>
          <p:cNvSpPr txBox="1">
            <a:spLocks noGrp="1"/>
          </p:cNvSpPr>
          <p:nvPr>
            <p:ph type="title"/>
          </p:nvPr>
        </p:nvSpPr>
        <p:spPr>
          <a:xfrm>
            <a:off x="373650" y="125600"/>
            <a:ext cx="8396700" cy="11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dirty="0">
                <a:latin typeface="Palatino"/>
                <a:ea typeface="Palatino"/>
                <a:cs typeface="Palatino"/>
                <a:sym typeface="Palatino"/>
              </a:rPr>
              <a:t>Q3: </a:t>
            </a:r>
            <a:r>
              <a:rPr lang="en-US" sz="3100" dirty="0">
                <a:latin typeface="Palatino"/>
                <a:ea typeface="Palatino"/>
                <a:cs typeface="Palatino"/>
                <a:sym typeface="Palatino"/>
              </a:rPr>
              <a:t>What category is most expensive?</a:t>
            </a:r>
            <a:endParaRPr sz="3100" dirty="0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428" name="Google Shape;428;p44"/>
          <p:cNvSpPr txBox="1">
            <a:spLocks noGrp="1"/>
          </p:cNvSpPr>
          <p:nvPr>
            <p:ph type="body" idx="1"/>
          </p:nvPr>
        </p:nvSpPr>
        <p:spPr>
          <a:xfrm>
            <a:off x="125700" y="1252150"/>
            <a:ext cx="1155000" cy="6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Palatino"/>
                <a:ea typeface="Palatino"/>
                <a:cs typeface="Palatino"/>
                <a:sym typeface="Palatino"/>
              </a:rPr>
              <a:t>Input</a:t>
            </a:r>
            <a:endParaRPr sz="500" b="1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429" name="Google Shape;429;p44"/>
          <p:cNvSpPr txBox="1">
            <a:spLocks noGrp="1"/>
          </p:cNvSpPr>
          <p:nvPr>
            <p:ph type="body" idx="1"/>
          </p:nvPr>
        </p:nvSpPr>
        <p:spPr>
          <a:xfrm>
            <a:off x="4236800" y="1295950"/>
            <a:ext cx="1155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Palatino"/>
                <a:ea typeface="Palatino"/>
                <a:cs typeface="Palatino"/>
                <a:sym typeface="Palatino"/>
              </a:rPr>
              <a:t>Output</a:t>
            </a:r>
            <a:endParaRPr sz="500" b="1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431" name="Google Shape;431;p44"/>
          <p:cNvSpPr txBox="1"/>
          <p:nvPr/>
        </p:nvSpPr>
        <p:spPr>
          <a:xfrm>
            <a:off x="6940175" y="957600"/>
            <a:ext cx="2078100" cy="191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Palatino"/>
                <a:ea typeface="Palatino"/>
                <a:cs typeface="Palatino"/>
                <a:sym typeface="Palatino"/>
              </a:rPr>
              <a:t>Interpretation: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600" b="1" dirty="0">
              <a:latin typeface="Palatino"/>
              <a:ea typeface="Palatino"/>
              <a:cs typeface="Palatino"/>
              <a:sym typeface="Palati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Palatino"/>
                <a:ea typeface="Palatino"/>
                <a:cs typeface="Palatino"/>
                <a:sym typeface="Palatino"/>
              </a:rPr>
              <a:t>Snail, Shell Fish and Seafood are the most expensive catagories.</a:t>
            </a:r>
            <a:endParaRPr sz="1600" dirty="0">
              <a:latin typeface="Palatino"/>
              <a:ea typeface="Palatino"/>
              <a:cs typeface="Palatino"/>
              <a:sym typeface="Palatino"/>
            </a:endParaRPr>
          </a:p>
        </p:txBody>
      </p:sp>
      <p:pic>
        <p:nvPicPr>
          <p:cNvPr id="3" name="Picture 2" descr="A computer code with blue and green text&#10;&#10;AI-generated content may be incorrect.">
            <a:extLst>
              <a:ext uri="{FF2B5EF4-FFF2-40B4-BE49-F238E27FC236}">
                <a16:creationId xmlns:a16="http://schemas.microsoft.com/office/drawing/2014/main" id="{12FCD34F-3026-7B06-3206-C02EC02A3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61" y="1862985"/>
            <a:ext cx="3219228" cy="1637218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968515-356D-F0A0-6988-EF64B6B8F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3124" y="1936149"/>
            <a:ext cx="2109163" cy="25309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6"/>
          <p:cNvSpPr txBox="1">
            <a:spLocks noGrp="1"/>
          </p:cNvSpPr>
          <p:nvPr>
            <p:ph type="sldNum" idx="12"/>
          </p:nvPr>
        </p:nvSpPr>
        <p:spPr>
          <a:xfrm>
            <a:off x="8572500" y="-50"/>
            <a:ext cx="5715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>
                <a:latin typeface="Palatino"/>
                <a:ea typeface="Palatino"/>
                <a:cs typeface="Palatino"/>
                <a:sym typeface="Palatino"/>
              </a:rPr>
              <a:t>7</a:t>
            </a:fld>
            <a:endParaRPr sz="2000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452" name="Google Shape;452;p46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83967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Palatino"/>
                <a:ea typeface="Palatino"/>
                <a:cs typeface="Palatino"/>
                <a:sym typeface="Palatino"/>
              </a:rPr>
              <a:t>Q4: What cities buy the most discounted products?</a:t>
            </a:r>
            <a:endParaRPr sz="3000" dirty="0">
              <a:latin typeface="Palatino"/>
              <a:ea typeface="Palatino"/>
              <a:cs typeface="Palatino"/>
              <a:sym typeface="Palati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pic>
        <p:nvPicPr>
          <p:cNvPr id="453" name="Google Shape;45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00" y="1739775"/>
            <a:ext cx="3983450" cy="33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1088" y="3377550"/>
            <a:ext cx="4262612" cy="16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46"/>
          <p:cNvSpPr txBox="1">
            <a:spLocks noGrp="1"/>
          </p:cNvSpPr>
          <p:nvPr>
            <p:ph type="body" idx="4"/>
          </p:nvPr>
        </p:nvSpPr>
        <p:spPr>
          <a:xfrm>
            <a:off x="4496750" y="867750"/>
            <a:ext cx="4262700" cy="204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Palatino"/>
                <a:ea typeface="Palatino"/>
                <a:cs typeface="Palatino"/>
                <a:sym typeface="Palatino"/>
              </a:rPr>
              <a:t>Interpretation:</a:t>
            </a:r>
            <a:endParaRPr b="1" dirty="0">
              <a:latin typeface="Palatino"/>
              <a:ea typeface="Palatino"/>
              <a:cs typeface="Palatino"/>
              <a:sym typeface="Palati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Palatino"/>
              <a:ea typeface="Palatino"/>
              <a:cs typeface="Palatino"/>
              <a:sym typeface="Palati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Palatino"/>
                <a:ea typeface="Palatino"/>
                <a:cs typeface="Palatino"/>
                <a:sym typeface="Palatino"/>
              </a:rPr>
              <a:t>Cities whose average income is below or at par with the state’s average income tend to buy more discounted products.</a:t>
            </a:r>
            <a:endParaRPr dirty="0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456" name="Google Shape;456;p46"/>
          <p:cNvSpPr txBox="1"/>
          <p:nvPr/>
        </p:nvSpPr>
        <p:spPr>
          <a:xfrm>
            <a:off x="125700" y="1278075"/>
            <a:ext cx="78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Input</a:t>
            </a:r>
            <a:endParaRPr sz="500" b="1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457" name="Google Shape;457;p46"/>
          <p:cNvSpPr txBox="1"/>
          <p:nvPr/>
        </p:nvSpPr>
        <p:spPr>
          <a:xfrm>
            <a:off x="4371100" y="2915850"/>
            <a:ext cx="1028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Output</a:t>
            </a:r>
            <a:endParaRPr sz="1800" b="1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7"/>
          <p:cNvSpPr txBox="1">
            <a:spLocks noGrp="1"/>
          </p:cNvSpPr>
          <p:nvPr>
            <p:ph type="sldNum" idx="12"/>
          </p:nvPr>
        </p:nvSpPr>
        <p:spPr>
          <a:xfrm>
            <a:off x="8572500" y="-50"/>
            <a:ext cx="5715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alatino"/>
                <a:ea typeface="Palatino"/>
                <a:cs typeface="Palatino"/>
                <a:sym typeface="Palatino"/>
              </a:rPr>
              <a:t>9</a:t>
            </a:r>
            <a:endParaRPr sz="2000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463" name="Google Shape;463;p47"/>
          <p:cNvSpPr txBox="1">
            <a:spLocks noGrp="1"/>
          </p:cNvSpPr>
          <p:nvPr>
            <p:ph type="body" idx="1"/>
          </p:nvPr>
        </p:nvSpPr>
        <p:spPr>
          <a:xfrm>
            <a:off x="372900" y="885875"/>
            <a:ext cx="8398200" cy="39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Palatino"/>
              <a:buChar char="❏"/>
            </a:pPr>
            <a:r>
              <a:rPr lang="en" sz="1900" dirty="0">
                <a:latin typeface="Palatino"/>
                <a:ea typeface="Palatino"/>
                <a:cs typeface="Palatino"/>
                <a:sym typeface="Palatino"/>
              </a:rPr>
              <a:t>Stock up inventory in February; hire temp staff in March for peak Q1 sales.</a:t>
            </a:r>
            <a:endParaRPr sz="1900" dirty="0">
              <a:latin typeface="Palatino"/>
              <a:ea typeface="Palatino"/>
              <a:cs typeface="Palatino"/>
              <a:sym typeface="Palatino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alatino"/>
              <a:buChar char="❏"/>
            </a:pPr>
            <a:r>
              <a:rPr lang="en" sz="1900" dirty="0">
                <a:latin typeface="Palatino"/>
                <a:ea typeface="Palatino"/>
                <a:cs typeface="Palatino"/>
                <a:sym typeface="Palatino"/>
              </a:rPr>
              <a:t>Ensure ample shopping carts and cashiers as customers usually shop in buk</a:t>
            </a:r>
            <a:endParaRPr sz="1900" dirty="0">
              <a:latin typeface="Palatino"/>
              <a:ea typeface="Palatino"/>
              <a:cs typeface="Palatino"/>
              <a:sym typeface="Palatino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alatino"/>
              <a:buChar char="❏"/>
            </a:pPr>
            <a:r>
              <a:rPr lang="en" sz="1900" dirty="0">
                <a:latin typeface="Palatino"/>
                <a:ea typeface="Palatino"/>
                <a:cs typeface="Palatino"/>
                <a:sym typeface="Palatino"/>
              </a:rPr>
              <a:t>Prioritize affordable products in low-income cities. Sell sea food products in higher income areas. </a:t>
            </a:r>
            <a:endParaRPr sz="1900" dirty="0">
              <a:latin typeface="Palatino"/>
              <a:ea typeface="Palatino"/>
              <a:cs typeface="Palatino"/>
              <a:sym typeface="Palatin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900" dirty="0"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464" name="Google Shape;464;p47"/>
          <p:cNvSpPr txBox="1">
            <a:spLocks noGrp="1"/>
          </p:cNvSpPr>
          <p:nvPr>
            <p:ph type="title"/>
          </p:nvPr>
        </p:nvSpPr>
        <p:spPr>
          <a:xfrm>
            <a:off x="175800" y="125600"/>
            <a:ext cx="8618100" cy="9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latin typeface="Palatino"/>
                <a:ea typeface="Palatino"/>
                <a:cs typeface="Palatino"/>
                <a:sym typeface="Palatino"/>
              </a:rPr>
              <a:t>Business Recommendations</a:t>
            </a:r>
            <a:endParaRPr sz="4900"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duct Service Offering">
  <a:themeElements>
    <a:clrScheme name="Simple Light">
      <a:dk1>
        <a:srgbClr val="001225"/>
      </a:dk1>
      <a:lt1>
        <a:srgbClr val="F1F2F7"/>
      </a:lt1>
      <a:dk2>
        <a:srgbClr val="F1F2F7"/>
      </a:dk2>
      <a:lt2>
        <a:srgbClr val="E3E4E7"/>
      </a:lt2>
      <a:accent1>
        <a:srgbClr val="5E00EB"/>
      </a:accent1>
      <a:accent2>
        <a:srgbClr val="761AFF"/>
      </a:accent2>
      <a:accent3>
        <a:srgbClr val="002142"/>
      </a:accent3>
      <a:accent4>
        <a:srgbClr val="001225"/>
      </a:accent4>
      <a:accent5>
        <a:srgbClr val="C9A4FF"/>
      </a:accent5>
      <a:accent6>
        <a:srgbClr val="B98AFF"/>
      </a:accent6>
      <a:hlink>
        <a:srgbClr val="5E00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4859270689874F95FCF187F35B068E" ma:contentTypeVersion="9" ma:contentTypeDescription="Create a new document." ma:contentTypeScope="" ma:versionID="e407ae34adb80dada63098a0a7da56dc">
  <xsd:schema xmlns:xsd="http://www.w3.org/2001/XMLSchema" xmlns:xs="http://www.w3.org/2001/XMLSchema" xmlns:p="http://schemas.microsoft.com/office/2006/metadata/properties" xmlns:ns3="0ea0d669-6a0b-4dfb-92de-8c4c78ef4bcd" xmlns:ns4="28965fc5-a4b3-4f21-9ad7-976d20df059b" targetNamespace="http://schemas.microsoft.com/office/2006/metadata/properties" ma:root="true" ma:fieldsID="a90cc0af22bab5a3b0bf769a66225515" ns3:_="" ns4:_="">
    <xsd:import namespace="0ea0d669-6a0b-4dfb-92de-8c4c78ef4bcd"/>
    <xsd:import namespace="28965fc5-a4b3-4f21-9ad7-976d20df059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a0d669-6a0b-4dfb-92de-8c4c78ef4b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65fc5-a4b3-4f21-9ad7-976d20df059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ea0d669-6a0b-4dfb-92de-8c4c78ef4bcd" xsi:nil="true"/>
  </documentManagement>
</p:properties>
</file>

<file path=customXml/itemProps1.xml><?xml version="1.0" encoding="utf-8"?>
<ds:datastoreItem xmlns:ds="http://schemas.openxmlformats.org/officeDocument/2006/customXml" ds:itemID="{F13038F5-D582-4D07-9D95-BB9E1EDE2F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a0d669-6a0b-4dfb-92de-8c4c78ef4bcd"/>
    <ds:schemaRef ds:uri="28965fc5-a4b3-4f21-9ad7-976d20df05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5FE600-3AAA-46A9-9B13-7CD9680F1A0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9FDD29-2BD0-4ACD-93EE-1C29D40BDD57}">
  <ds:schemaRefs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28965fc5-a4b3-4f21-9ad7-976d20df059b"/>
    <ds:schemaRef ds:uri="0ea0d669-6a0b-4dfb-92de-8c4c78ef4bcd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263</Words>
  <Application>Microsoft Office PowerPoint</Application>
  <PresentationFormat>On-screen Show (16:9)</PresentationFormat>
  <Paragraphs>47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Palatino</vt:lpstr>
      <vt:lpstr>Merriweather Light</vt:lpstr>
      <vt:lpstr>Arial</vt:lpstr>
      <vt:lpstr>Roboto</vt:lpstr>
      <vt:lpstr>Helvetica Neue Light</vt:lpstr>
      <vt:lpstr>DM Sans SemiBold</vt:lpstr>
      <vt:lpstr>DM Sans Medium</vt:lpstr>
      <vt:lpstr>Merriweather</vt:lpstr>
      <vt:lpstr>Product Service Offering</vt:lpstr>
      <vt:lpstr>Grocery Sales Trend Analysis</vt:lpstr>
      <vt:lpstr>Project Objectives</vt:lpstr>
      <vt:lpstr>Business Questions</vt:lpstr>
      <vt:lpstr>Q1: Which months recorded generated the    most revenue?</vt:lpstr>
      <vt:lpstr>Q2: What is the average #Items and Price per Sale?</vt:lpstr>
      <vt:lpstr>Q3: What category is most expensive?</vt:lpstr>
      <vt:lpstr>Q4: What cities buy the most discounted products? </vt:lpstr>
      <vt:lpstr>Business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Skanda Rohit Sharma</dc:creator>
  <cp:lastModifiedBy>Skanda Rohit Sharma</cp:lastModifiedBy>
  <cp:revision>2</cp:revision>
  <dcterms:modified xsi:type="dcterms:W3CDTF">2025-04-15T09:15:48Z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0x0101004D4859270689874F95FCF187F35B068E</vt:lpwstr>
  </property>
</Properties>
</file>